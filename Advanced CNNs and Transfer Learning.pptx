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426" r:id="rId5"/>
    <p:sldId id="474" r:id="rId6"/>
    <p:sldId id="428" r:id="rId7"/>
    <p:sldId id="475" r:id="rId8"/>
    <p:sldId id="476" r:id="rId9"/>
    <p:sldId id="477" r:id="rId10"/>
    <p:sldId id="478" r:id="rId11"/>
    <p:sldId id="479" r:id="rId12"/>
    <p:sldId id="480" r:id="rId13"/>
    <p:sldId id="482" r:id="rId14"/>
    <p:sldId id="481" r:id="rId15"/>
    <p:sldId id="483" r:id="rId16"/>
    <p:sldId id="484" r:id="rId17"/>
    <p:sldId id="485" r:id="rId18"/>
    <p:sldId id="486" r:id="rId19"/>
    <p:sldId id="488" r:id="rId20"/>
    <p:sldId id="487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60" r:id="rId31"/>
    <p:sldId id="423" r:id="rId32"/>
    <p:sldId id="272" r:id="rId33"/>
  </p:sldIdLst>
  <p:sldSz cx="24384000" cy="13716000"/>
  <p:notesSz cx="6858000" cy="9144000"/>
  <p:embeddedFontLst>
    <p:embeddedFont>
      <p:font typeface="Aptos Narrow" panose="020B0004020202020204" pitchFamily="34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OCRB" panose="020B0609020202020204" pitchFamily="49" charset="0"/>
      <p:regular r:id="rId44"/>
    </p:embeddedFont>
    <p:embeddedFont>
      <p:font typeface="Open Sans ExtraBold" panose="020B0906030804020204" pitchFamily="34" charset="0"/>
      <p:bold r:id="rId45"/>
      <p:italic r:id="rId46"/>
      <p:boldItalic r:id="rId47"/>
    </p:embeddedFont>
    <p:embeddedFont>
      <p:font typeface="Open Sans Light" panose="020B0306030504020204" pitchFamily="34" charset="0"/>
      <p:regular r:id="rId48"/>
      <p:italic r:id="rId49"/>
    </p:embeddedFont>
    <p:embeddedFont>
      <p:font typeface="Open Sans Semibold" panose="020B0706030804020204" pitchFamily="34" charset="0"/>
      <p:bold r:id="rId50"/>
      <p:boldItalic r:id="rId5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33716-72C5-406E-BBB2-9BA0B3E1DE39}" v="229" dt="2025-07-04T07:22:56.52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33" d="100"/>
          <a:sy n="33" d="100"/>
        </p:scale>
        <p:origin x="774" y="6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263A2ECB-BE2E-4FEB-B1B4-9C99A0118EF1}"/>
    <pc:docChg chg="undo redo custSel addSld delSld modSld sldOrd">
      <pc:chgData name="Hidayaturrahman" userId="b9dd9925-3f63-4f58-a981-e486d2a99324" providerId="ADAL" clId="{263A2ECB-BE2E-4FEB-B1B4-9C99A0118EF1}" dt="2025-07-02T07:31:58.120" v="452" actId="20577"/>
      <pc:docMkLst>
        <pc:docMk/>
      </pc:docMkLst>
      <pc:sldChg chg="modSp mod">
        <pc:chgData name="Hidayaturrahman" userId="b9dd9925-3f63-4f58-a981-e486d2a99324" providerId="ADAL" clId="{263A2ECB-BE2E-4FEB-B1B4-9C99A0118EF1}" dt="2025-07-02T06:53:04.773" v="32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263A2ECB-BE2E-4FEB-B1B4-9C99A0118EF1}" dt="2025-07-02T06:53:04.773" v="3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263A2ECB-BE2E-4FEB-B1B4-9C99A0118EF1}" dt="2025-07-02T06:53:01.691" v="30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263A2ECB-BE2E-4FEB-B1B4-9C99A0118EF1}" dt="2025-07-02T06:53:26.632" v="43" actId="20577"/>
        <pc:sldMkLst>
          <pc:docMk/>
          <pc:sldMk cId="2266460145" sldId="258"/>
        </pc:sldMkLst>
        <pc:spChg chg="mod">
          <ac:chgData name="Hidayaturrahman" userId="b9dd9925-3f63-4f58-a981-e486d2a99324" providerId="ADAL" clId="{263A2ECB-BE2E-4FEB-B1B4-9C99A0118EF1}" dt="2025-07-02T06:53:26.632" v="43" actId="20577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263A2ECB-BE2E-4FEB-B1B4-9C99A0118EF1}" dt="2025-07-02T07:31:58.120" v="452" actId="20577"/>
        <pc:sldMkLst>
          <pc:docMk/>
          <pc:sldMk cId="3696846054" sldId="272"/>
        </pc:sldMkLst>
        <pc:spChg chg="mod">
          <ac:chgData name="Hidayaturrahman" userId="b9dd9925-3f63-4f58-a981-e486d2a99324" providerId="ADAL" clId="{263A2ECB-BE2E-4FEB-B1B4-9C99A0118EF1}" dt="2025-07-02T07:31:58.120" v="452" actId="20577"/>
          <ac:spMkLst>
            <pc:docMk/>
            <pc:sldMk cId="3696846054" sldId="272"/>
            <ac:spMk id="15" creationId="{FC0F9715-3361-3A3E-A4CD-86B721291623}"/>
          </ac:spMkLst>
        </pc:spChg>
      </pc:sldChg>
      <pc:sldChg chg="addSp delSp modSp mod">
        <pc:chgData name="Hidayaturrahman" userId="b9dd9925-3f63-4f58-a981-e486d2a99324" providerId="ADAL" clId="{263A2ECB-BE2E-4FEB-B1B4-9C99A0118EF1}" dt="2025-07-02T06:54:51.655" v="52" actId="478"/>
        <pc:sldMkLst>
          <pc:docMk/>
          <pc:sldMk cId="2582537815" sldId="428"/>
        </pc:sldMkLst>
        <pc:spChg chg="mod">
          <ac:chgData name="Hidayaturrahman" userId="b9dd9925-3f63-4f58-a981-e486d2a99324" providerId="ADAL" clId="{263A2ECB-BE2E-4FEB-B1B4-9C99A0118EF1}" dt="2025-07-02T06:54:11.040" v="44"/>
          <ac:spMkLst>
            <pc:docMk/>
            <pc:sldMk cId="2582537815" sldId="428"/>
            <ac:spMk id="13" creationId="{DD226C64-94F4-E110-4BB5-E0B7EF9153A8}"/>
          </ac:spMkLst>
        </pc:spChg>
      </pc:sldChg>
      <pc:sldChg chg="del">
        <pc:chgData name="Hidayaturrahman" userId="b9dd9925-3f63-4f58-a981-e486d2a99324" providerId="ADAL" clId="{263A2ECB-BE2E-4FEB-B1B4-9C99A0118EF1}" dt="2025-07-02T06:54:58.247" v="53" actId="47"/>
        <pc:sldMkLst>
          <pc:docMk/>
          <pc:sldMk cId="3932654268" sldId="440"/>
        </pc:sldMkLst>
      </pc:sldChg>
      <pc:sldChg chg="del">
        <pc:chgData name="Hidayaturrahman" userId="b9dd9925-3f63-4f58-a981-e486d2a99324" providerId="ADAL" clId="{263A2ECB-BE2E-4FEB-B1B4-9C99A0118EF1}" dt="2025-07-02T06:54:58.465" v="54" actId="47"/>
        <pc:sldMkLst>
          <pc:docMk/>
          <pc:sldMk cId="2804497852" sldId="441"/>
        </pc:sldMkLst>
      </pc:sldChg>
      <pc:sldChg chg="del">
        <pc:chgData name="Hidayaturrahman" userId="b9dd9925-3f63-4f58-a981-e486d2a99324" providerId="ADAL" clId="{263A2ECB-BE2E-4FEB-B1B4-9C99A0118EF1}" dt="2025-07-02T06:54:58.757" v="55" actId="47"/>
        <pc:sldMkLst>
          <pc:docMk/>
          <pc:sldMk cId="3385112607" sldId="442"/>
        </pc:sldMkLst>
      </pc:sldChg>
      <pc:sldChg chg="del">
        <pc:chgData name="Hidayaturrahman" userId="b9dd9925-3f63-4f58-a981-e486d2a99324" providerId="ADAL" clId="{263A2ECB-BE2E-4FEB-B1B4-9C99A0118EF1}" dt="2025-07-02T06:54:59.020" v="56" actId="47"/>
        <pc:sldMkLst>
          <pc:docMk/>
          <pc:sldMk cId="1096944229" sldId="443"/>
        </pc:sldMkLst>
      </pc:sldChg>
      <pc:sldChg chg="del">
        <pc:chgData name="Hidayaturrahman" userId="b9dd9925-3f63-4f58-a981-e486d2a99324" providerId="ADAL" clId="{263A2ECB-BE2E-4FEB-B1B4-9C99A0118EF1}" dt="2025-07-02T06:54:59.318" v="57" actId="47"/>
        <pc:sldMkLst>
          <pc:docMk/>
          <pc:sldMk cId="1065430407" sldId="444"/>
        </pc:sldMkLst>
      </pc:sldChg>
      <pc:sldChg chg="del">
        <pc:chgData name="Hidayaturrahman" userId="b9dd9925-3f63-4f58-a981-e486d2a99324" providerId="ADAL" clId="{263A2ECB-BE2E-4FEB-B1B4-9C99A0118EF1}" dt="2025-07-02T06:54:59.541" v="58" actId="47"/>
        <pc:sldMkLst>
          <pc:docMk/>
          <pc:sldMk cId="2009239799" sldId="445"/>
        </pc:sldMkLst>
      </pc:sldChg>
      <pc:sldChg chg="del">
        <pc:chgData name="Hidayaturrahman" userId="b9dd9925-3f63-4f58-a981-e486d2a99324" providerId="ADAL" clId="{263A2ECB-BE2E-4FEB-B1B4-9C99A0118EF1}" dt="2025-07-02T06:54:59.666" v="59" actId="47"/>
        <pc:sldMkLst>
          <pc:docMk/>
          <pc:sldMk cId="1336976836" sldId="446"/>
        </pc:sldMkLst>
      </pc:sldChg>
      <pc:sldChg chg="del">
        <pc:chgData name="Hidayaturrahman" userId="b9dd9925-3f63-4f58-a981-e486d2a99324" providerId="ADAL" clId="{263A2ECB-BE2E-4FEB-B1B4-9C99A0118EF1}" dt="2025-07-02T06:54:59.839" v="60" actId="47"/>
        <pc:sldMkLst>
          <pc:docMk/>
          <pc:sldMk cId="1208052465" sldId="447"/>
        </pc:sldMkLst>
      </pc:sldChg>
      <pc:sldChg chg="del">
        <pc:chgData name="Hidayaturrahman" userId="b9dd9925-3f63-4f58-a981-e486d2a99324" providerId="ADAL" clId="{263A2ECB-BE2E-4FEB-B1B4-9C99A0118EF1}" dt="2025-07-02T06:55:00.050" v="61" actId="47"/>
        <pc:sldMkLst>
          <pc:docMk/>
          <pc:sldMk cId="1778394367" sldId="448"/>
        </pc:sldMkLst>
      </pc:sldChg>
      <pc:sldChg chg="del">
        <pc:chgData name="Hidayaturrahman" userId="b9dd9925-3f63-4f58-a981-e486d2a99324" providerId="ADAL" clId="{263A2ECB-BE2E-4FEB-B1B4-9C99A0118EF1}" dt="2025-07-02T06:55:00.247" v="62" actId="47"/>
        <pc:sldMkLst>
          <pc:docMk/>
          <pc:sldMk cId="4031760420" sldId="449"/>
        </pc:sldMkLst>
      </pc:sldChg>
      <pc:sldChg chg="del">
        <pc:chgData name="Hidayaturrahman" userId="b9dd9925-3f63-4f58-a981-e486d2a99324" providerId="ADAL" clId="{263A2ECB-BE2E-4FEB-B1B4-9C99A0118EF1}" dt="2025-07-02T06:55:00.445" v="63" actId="47"/>
        <pc:sldMkLst>
          <pc:docMk/>
          <pc:sldMk cId="2914405282" sldId="450"/>
        </pc:sldMkLst>
      </pc:sldChg>
      <pc:sldChg chg="del">
        <pc:chgData name="Hidayaturrahman" userId="b9dd9925-3f63-4f58-a981-e486d2a99324" providerId="ADAL" clId="{263A2ECB-BE2E-4FEB-B1B4-9C99A0118EF1}" dt="2025-07-02T06:55:00.616" v="64" actId="47"/>
        <pc:sldMkLst>
          <pc:docMk/>
          <pc:sldMk cId="2340074673" sldId="451"/>
        </pc:sldMkLst>
      </pc:sldChg>
      <pc:sldChg chg="del">
        <pc:chgData name="Hidayaturrahman" userId="b9dd9925-3f63-4f58-a981-e486d2a99324" providerId="ADAL" clId="{263A2ECB-BE2E-4FEB-B1B4-9C99A0118EF1}" dt="2025-07-02T06:55:01.033" v="65" actId="47"/>
        <pc:sldMkLst>
          <pc:docMk/>
          <pc:sldMk cId="1385675997" sldId="452"/>
        </pc:sldMkLst>
      </pc:sldChg>
      <pc:sldChg chg="del">
        <pc:chgData name="Hidayaturrahman" userId="b9dd9925-3f63-4f58-a981-e486d2a99324" providerId="ADAL" clId="{263A2ECB-BE2E-4FEB-B1B4-9C99A0118EF1}" dt="2025-07-02T06:55:01.234" v="66" actId="47"/>
        <pc:sldMkLst>
          <pc:docMk/>
          <pc:sldMk cId="1943011110" sldId="453"/>
        </pc:sldMkLst>
      </pc:sldChg>
      <pc:sldChg chg="del">
        <pc:chgData name="Hidayaturrahman" userId="b9dd9925-3f63-4f58-a981-e486d2a99324" providerId="ADAL" clId="{263A2ECB-BE2E-4FEB-B1B4-9C99A0118EF1}" dt="2025-07-02T06:55:01.616" v="67" actId="47"/>
        <pc:sldMkLst>
          <pc:docMk/>
          <pc:sldMk cId="1966777428" sldId="454"/>
        </pc:sldMkLst>
      </pc:sldChg>
      <pc:sldChg chg="del">
        <pc:chgData name="Hidayaturrahman" userId="b9dd9925-3f63-4f58-a981-e486d2a99324" providerId="ADAL" clId="{263A2ECB-BE2E-4FEB-B1B4-9C99A0118EF1}" dt="2025-07-02T06:55:01.810" v="68" actId="47"/>
        <pc:sldMkLst>
          <pc:docMk/>
          <pc:sldMk cId="810577793" sldId="455"/>
        </pc:sldMkLst>
      </pc:sldChg>
      <pc:sldChg chg="del">
        <pc:chgData name="Hidayaturrahman" userId="b9dd9925-3f63-4f58-a981-e486d2a99324" providerId="ADAL" clId="{263A2ECB-BE2E-4FEB-B1B4-9C99A0118EF1}" dt="2025-07-02T06:55:02.202" v="69" actId="47"/>
        <pc:sldMkLst>
          <pc:docMk/>
          <pc:sldMk cId="546558307" sldId="456"/>
        </pc:sldMkLst>
      </pc:sldChg>
      <pc:sldChg chg="del">
        <pc:chgData name="Hidayaturrahman" userId="b9dd9925-3f63-4f58-a981-e486d2a99324" providerId="ADAL" clId="{263A2ECB-BE2E-4FEB-B1B4-9C99A0118EF1}" dt="2025-07-02T06:55:02.549" v="70" actId="47"/>
        <pc:sldMkLst>
          <pc:docMk/>
          <pc:sldMk cId="12055973" sldId="457"/>
        </pc:sldMkLst>
      </pc:sldChg>
      <pc:sldChg chg="del">
        <pc:chgData name="Hidayaturrahman" userId="b9dd9925-3f63-4f58-a981-e486d2a99324" providerId="ADAL" clId="{263A2ECB-BE2E-4FEB-B1B4-9C99A0118EF1}" dt="2025-07-02T06:55:02.885" v="71" actId="47"/>
        <pc:sldMkLst>
          <pc:docMk/>
          <pc:sldMk cId="305119360" sldId="458"/>
        </pc:sldMkLst>
      </pc:sldChg>
      <pc:sldChg chg="del">
        <pc:chgData name="Hidayaturrahman" userId="b9dd9925-3f63-4f58-a981-e486d2a99324" providerId="ADAL" clId="{263A2ECB-BE2E-4FEB-B1B4-9C99A0118EF1}" dt="2025-07-02T06:55:03.491" v="72" actId="47"/>
        <pc:sldMkLst>
          <pc:docMk/>
          <pc:sldMk cId="1812636630" sldId="459"/>
        </pc:sldMkLst>
      </pc:sldChg>
      <pc:sldChg chg="modSp">
        <pc:chgData name="Hidayaturrahman" userId="b9dd9925-3f63-4f58-a981-e486d2a99324" providerId="ADAL" clId="{263A2ECB-BE2E-4FEB-B1B4-9C99A0118EF1}" dt="2025-07-02T07:31:16.964" v="443"/>
        <pc:sldMkLst>
          <pc:docMk/>
          <pc:sldMk cId="3930543394" sldId="460"/>
        </pc:sldMkLst>
        <pc:spChg chg="mod">
          <ac:chgData name="Hidayaturrahman" userId="b9dd9925-3f63-4f58-a981-e486d2a99324" providerId="ADAL" clId="{263A2ECB-BE2E-4FEB-B1B4-9C99A0118EF1}" dt="2025-07-02T07:31:16.964" v="443"/>
          <ac:spMkLst>
            <pc:docMk/>
            <pc:sldMk cId="3930543394" sldId="460"/>
            <ac:spMk id="6" creationId="{3E2563AC-1234-2E12-38E6-11B67C3993EE}"/>
          </ac:spMkLst>
        </pc:spChg>
      </pc:sldChg>
      <pc:sldChg chg="del">
        <pc:chgData name="Hidayaturrahman" userId="b9dd9925-3f63-4f58-a981-e486d2a99324" providerId="ADAL" clId="{263A2ECB-BE2E-4FEB-B1B4-9C99A0118EF1}" dt="2025-07-02T07:31:26.690" v="444" actId="47"/>
        <pc:sldMkLst>
          <pc:docMk/>
          <pc:sldMk cId="2695604728" sldId="461"/>
        </pc:sldMkLst>
      </pc:sldChg>
      <pc:sldChg chg="del">
        <pc:chgData name="Hidayaturrahman" userId="b9dd9925-3f63-4f58-a981-e486d2a99324" providerId="ADAL" clId="{263A2ECB-BE2E-4FEB-B1B4-9C99A0118EF1}" dt="2025-07-02T07:31:26.690" v="444" actId="47"/>
        <pc:sldMkLst>
          <pc:docMk/>
          <pc:sldMk cId="517921813" sldId="462"/>
        </pc:sldMkLst>
      </pc:sldChg>
      <pc:sldChg chg="del">
        <pc:chgData name="Hidayaturrahman" userId="b9dd9925-3f63-4f58-a981-e486d2a99324" providerId="ADAL" clId="{263A2ECB-BE2E-4FEB-B1B4-9C99A0118EF1}" dt="2025-07-02T07:31:26.690" v="444" actId="47"/>
        <pc:sldMkLst>
          <pc:docMk/>
          <pc:sldMk cId="4209546255" sldId="463"/>
        </pc:sldMkLst>
      </pc:sldChg>
      <pc:sldChg chg="del">
        <pc:chgData name="Hidayaturrahman" userId="b9dd9925-3f63-4f58-a981-e486d2a99324" providerId="ADAL" clId="{263A2ECB-BE2E-4FEB-B1B4-9C99A0118EF1}" dt="2025-07-02T07:31:26.690" v="444" actId="47"/>
        <pc:sldMkLst>
          <pc:docMk/>
          <pc:sldMk cId="3647258916" sldId="464"/>
        </pc:sldMkLst>
      </pc:sldChg>
      <pc:sldChg chg="del">
        <pc:chgData name="Hidayaturrahman" userId="b9dd9925-3f63-4f58-a981-e486d2a99324" providerId="ADAL" clId="{263A2ECB-BE2E-4FEB-B1B4-9C99A0118EF1}" dt="2025-07-02T07:31:26.690" v="444" actId="47"/>
        <pc:sldMkLst>
          <pc:docMk/>
          <pc:sldMk cId="3614922831" sldId="465"/>
        </pc:sldMkLst>
      </pc:sldChg>
      <pc:sldChg chg="addSp delSp modSp add mod">
        <pc:chgData name="Hidayaturrahman" userId="b9dd9925-3f63-4f58-a981-e486d2a99324" providerId="ADAL" clId="{263A2ECB-BE2E-4FEB-B1B4-9C99A0118EF1}" dt="2025-07-02T07:01:36.914" v="144"/>
        <pc:sldMkLst>
          <pc:docMk/>
          <pc:sldMk cId="679764953" sldId="466"/>
        </pc:sldMkLst>
      </pc:sldChg>
      <pc:sldChg chg="modSp add mod">
        <pc:chgData name="Hidayaturrahman" userId="b9dd9925-3f63-4f58-a981-e486d2a99324" providerId="ADAL" clId="{263A2ECB-BE2E-4FEB-B1B4-9C99A0118EF1}" dt="2025-07-02T06:58:24.829" v="110" actId="27636"/>
        <pc:sldMkLst>
          <pc:docMk/>
          <pc:sldMk cId="2509480620" sldId="467"/>
        </pc:sldMkLst>
      </pc:sldChg>
      <pc:sldChg chg="addSp delSp modSp add mod">
        <pc:chgData name="Hidayaturrahman" userId="b9dd9925-3f63-4f58-a981-e486d2a99324" providerId="ADAL" clId="{263A2ECB-BE2E-4FEB-B1B4-9C99A0118EF1}" dt="2025-07-02T07:00:33.954" v="143" actId="1076"/>
        <pc:sldMkLst>
          <pc:docMk/>
          <pc:sldMk cId="2759660911" sldId="468"/>
        </pc:sldMkLst>
      </pc:sldChg>
      <pc:sldChg chg="add">
        <pc:chgData name="Hidayaturrahman" userId="b9dd9925-3f63-4f58-a981-e486d2a99324" providerId="ADAL" clId="{263A2ECB-BE2E-4FEB-B1B4-9C99A0118EF1}" dt="2025-07-02T06:59:59.393" v="137" actId="2890"/>
        <pc:sldMkLst>
          <pc:docMk/>
          <pc:sldMk cId="582556326" sldId="469"/>
        </pc:sldMkLst>
      </pc:sldChg>
      <pc:sldChg chg="addSp delSp modSp add mod chgLayout">
        <pc:chgData name="Hidayaturrahman" userId="b9dd9925-3f63-4f58-a981-e486d2a99324" providerId="ADAL" clId="{263A2ECB-BE2E-4FEB-B1B4-9C99A0118EF1}" dt="2025-07-02T07:02:57.672" v="159" actId="20577"/>
        <pc:sldMkLst>
          <pc:docMk/>
          <pc:sldMk cId="1742068560" sldId="470"/>
        </pc:sldMkLst>
      </pc:sldChg>
      <pc:sldChg chg="addSp delSp modSp add mod">
        <pc:chgData name="Hidayaturrahman" userId="b9dd9925-3f63-4f58-a981-e486d2a99324" providerId="ADAL" clId="{263A2ECB-BE2E-4FEB-B1B4-9C99A0118EF1}" dt="2025-07-02T07:04:46.234" v="177" actId="1076"/>
        <pc:sldMkLst>
          <pc:docMk/>
          <pc:sldMk cId="1589929461" sldId="471"/>
        </pc:sldMkLst>
      </pc:sldChg>
      <pc:sldChg chg="addSp delSp modSp add mod">
        <pc:chgData name="Hidayaturrahman" userId="b9dd9925-3f63-4f58-a981-e486d2a99324" providerId="ADAL" clId="{263A2ECB-BE2E-4FEB-B1B4-9C99A0118EF1}" dt="2025-07-02T07:07:53.580" v="189" actId="1076"/>
        <pc:sldMkLst>
          <pc:docMk/>
          <pc:sldMk cId="659945072" sldId="472"/>
        </pc:sldMkLst>
      </pc:sldChg>
      <pc:sldChg chg="add">
        <pc:chgData name="Hidayaturrahman" userId="b9dd9925-3f63-4f58-a981-e486d2a99324" providerId="ADAL" clId="{263A2ECB-BE2E-4FEB-B1B4-9C99A0118EF1}" dt="2025-07-02T07:07:55.549" v="190" actId="2890"/>
        <pc:sldMkLst>
          <pc:docMk/>
          <pc:sldMk cId="2294537762" sldId="473"/>
        </pc:sldMkLst>
      </pc:sldChg>
      <pc:sldChg chg="modSp new">
        <pc:chgData name="Hidayaturrahman" userId="b9dd9925-3f63-4f58-a981-e486d2a99324" providerId="ADAL" clId="{263A2ECB-BE2E-4FEB-B1B4-9C99A0118EF1}" dt="2025-07-02T07:08:20.461" v="192"/>
        <pc:sldMkLst>
          <pc:docMk/>
          <pc:sldMk cId="3527507550" sldId="474"/>
        </pc:sldMkLst>
        <pc:spChg chg="mod">
          <ac:chgData name="Hidayaturrahman" userId="b9dd9925-3f63-4f58-a981-e486d2a99324" providerId="ADAL" clId="{263A2ECB-BE2E-4FEB-B1B4-9C99A0118EF1}" dt="2025-07-02T07:08:20.461" v="192"/>
          <ac:spMkLst>
            <pc:docMk/>
            <pc:sldMk cId="3527507550" sldId="474"/>
            <ac:spMk id="2" creationId="{F672DF31-619B-B1D4-D309-562C411550AB}"/>
          </ac:spMkLst>
        </pc:spChg>
      </pc:sldChg>
      <pc:sldChg chg="modSp new mod">
        <pc:chgData name="Hidayaturrahman" userId="b9dd9925-3f63-4f58-a981-e486d2a99324" providerId="ADAL" clId="{263A2ECB-BE2E-4FEB-B1B4-9C99A0118EF1}" dt="2025-07-02T07:08:37.558" v="195" actId="20577"/>
        <pc:sldMkLst>
          <pc:docMk/>
          <pc:sldMk cId="1714485013" sldId="475"/>
        </pc:sldMkLst>
      </pc:sldChg>
      <pc:sldChg chg="addSp delSp modSp add mod ord chgLayout">
        <pc:chgData name="Hidayaturrahman" userId="b9dd9925-3f63-4f58-a981-e486d2a99324" providerId="ADAL" clId="{263A2ECB-BE2E-4FEB-B1B4-9C99A0118EF1}" dt="2025-07-02T07:09:30.330" v="216" actId="12"/>
        <pc:sldMkLst>
          <pc:docMk/>
          <pc:sldMk cId="1505490412" sldId="476"/>
        </pc:sldMkLst>
      </pc:sldChg>
      <pc:sldChg chg="addSp delSp modSp add mod">
        <pc:chgData name="Hidayaturrahman" userId="b9dd9925-3f63-4f58-a981-e486d2a99324" providerId="ADAL" clId="{263A2ECB-BE2E-4FEB-B1B4-9C99A0118EF1}" dt="2025-07-02T07:14:30.302" v="246" actId="1076"/>
        <pc:sldMkLst>
          <pc:docMk/>
          <pc:sldMk cId="1643403958" sldId="477"/>
        </pc:sldMkLst>
      </pc:sldChg>
      <pc:sldChg chg="addSp delSp modSp add mod chgLayout">
        <pc:chgData name="Hidayaturrahman" userId="b9dd9925-3f63-4f58-a981-e486d2a99324" providerId="ADAL" clId="{263A2ECB-BE2E-4FEB-B1B4-9C99A0118EF1}" dt="2025-07-02T07:16:45.916" v="274" actId="478"/>
        <pc:sldMkLst>
          <pc:docMk/>
          <pc:sldMk cId="1662935621" sldId="478"/>
        </pc:sldMkLst>
      </pc:sldChg>
      <pc:sldChg chg="addSp modSp add del">
        <pc:chgData name="Hidayaturrahman" userId="b9dd9925-3f63-4f58-a981-e486d2a99324" providerId="ADAL" clId="{263A2ECB-BE2E-4FEB-B1B4-9C99A0118EF1}" dt="2025-07-02T07:16:26.119" v="267" actId="2890"/>
        <pc:sldMkLst>
          <pc:docMk/>
          <pc:sldMk cId="115761880" sldId="479"/>
        </pc:sldMkLst>
      </pc:sldChg>
      <pc:sldChg chg="modSp new">
        <pc:chgData name="Hidayaturrahman" userId="b9dd9925-3f63-4f58-a981-e486d2a99324" providerId="ADAL" clId="{263A2ECB-BE2E-4FEB-B1B4-9C99A0118EF1}" dt="2025-07-02T07:16:58.009" v="276"/>
        <pc:sldMkLst>
          <pc:docMk/>
          <pc:sldMk cId="1302984183" sldId="479"/>
        </pc:sldMkLst>
      </pc:sldChg>
      <pc:sldChg chg="addSp delSp modSp new mod">
        <pc:chgData name="Hidayaturrahman" userId="b9dd9925-3f63-4f58-a981-e486d2a99324" providerId="ADAL" clId="{263A2ECB-BE2E-4FEB-B1B4-9C99A0118EF1}" dt="2025-07-02T07:17:58.294" v="291"/>
        <pc:sldMkLst>
          <pc:docMk/>
          <pc:sldMk cId="2039429951" sldId="480"/>
        </pc:sldMkLst>
      </pc:sldChg>
      <pc:sldChg chg="addSp delSp modSp add mod">
        <pc:chgData name="Hidayaturrahman" userId="b9dd9925-3f63-4f58-a981-e486d2a99324" providerId="ADAL" clId="{263A2ECB-BE2E-4FEB-B1B4-9C99A0118EF1}" dt="2025-07-02T07:22:39.708" v="354" actId="732"/>
        <pc:sldMkLst>
          <pc:docMk/>
          <pc:sldMk cId="3480843082" sldId="481"/>
        </pc:sldMkLst>
      </pc:sldChg>
      <pc:sldChg chg="addSp delSp modSp add mod">
        <pc:chgData name="Hidayaturrahman" userId="b9dd9925-3f63-4f58-a981-e486d2a99324" providerId="ADAL" clId="{263A2ECB-BE2E-4FEB-B1B4-9C99A0118EF1}" dt="2025-07-02T07:24:04.166" v="371" actId="1076"/>
        <pc:sldMkLst>
          <pc:docMk/>
          <pc:sldMk cId="2163294662" sldId="482"/>
        </pc:sldMkLst>
      </pc:sldChg>
      <pc:sldChg chg="addSp delSp modSp add mod">
        <pc:chgData name="Hidayaturrahman" userId="b9dd9925-3f63-4f58-a981-e486d2a99324" providerId="ADAL" clId="{263A2ECB-BE2E-4FEB-B1B4-9C99A0118EF1}" dt="2025-07-02T07:24:56.659" v="379" actId="478"/>
        <pc:sldMkLst>
          <pc:docMk/>
          <pc:sldMk cId="424434485" sldId="483"/>
        </pc:sldMkLst>
      </pc:sldChg>
      <pc:sldChg chg="addSp delSp modSp add mod">
        <pc:chgData name="Hidayaturrahman" userId="b9dd9925-3f63-4f58-a981-e486d2a99324" providerId="ADAL" clId="{263A2ECB-BE2E-4FEB-B1B4-9C99A0118EF1}" dt="2025-07-02T07:25:31.423" v="385" actId="1076"/>
        <pc:sldMkLst>
          <pc:docMk/>
          <pc:sldMk cId="3388333962" sldId="484"/>
        </pc:sldMkLst>
      </pc:sldChg>
      <pc:sldChg chg="addSp delSp modSp add mod">
        <pc:chgData name="Hidayaturrahman" userId="b9dd9925-3f63-4f58-a981-e486d2a99324" providerId="ADAL" clId="{263A2ECB-BE2E-4FEB-B1B4-9C99A0118EF1}" dt="2025-07-02T07:26:34.137" v="395" actId="1076"/>
        <pc:sldMkLst>
          <pc:docMk/>
          <pc:sldMk cId="2816567296" sldId="485"/>
        </pc:sldMkLst>
      </pc:sldChg>
      <pc:sldChg chg="addSp modSp add mod">
        <pc:chgData name="Hidayaturrahman" userId="b9dd9925-3f63-4f58-a981-e486d2a99324" providerId="ADAL" clId="{263A2ECB-BE2E-4FEB-B1B4-9C99A0118EF1}" dt="2025-07-02T07:27:17.527" v="405" actId="20577"/>
        <pc:sldMkLst>
          <pc:docMk/>
          <pc:sldMk cId="515558716" sldId="486"/>
        </pc:sldMkLst>
      </pc:sldChg>
      <pc:sldChg chg="modSp new mod">
        <pc:chgData name="Hidayaturrahman" userId="b9dd9925-3f63-4f58-a981-e486d2a99324" providerId="ADAL" clId="{263A2ECB-BE2E-4FEB-B1B4-9C99A0118EF1}" dt="2025-07-02T07:26:53.163" v="399" actId="20577"/>
        <pc:sldMkLst>
          <pc:docMk/>
          <pc:sldMk cId="1227582233" sldId="487"/>
        </pc:sldMkLst>
      </pc:sldChg>
      <pc:sldChg chg="addSp delSp modSp add mod">
        <pc:chgData name="Hidayaturrahman" userId="b9dd9925-3f63-4f58-a981-e486d2a99324" providerId="ADAL" clId="{263A2ECB-BE2E-4FEB-B1B4-9C99A0118EF1}" dt="2025-07-02T07:28:28.237" v="418" actId="1076"/>
        <pc:sldMkLst>
          <pc:docMk/>
          <pc:sldMk cId="2308657066" sldId="488"/>
        </pc:sldMkLst>
      </pc:sldChg>
      <pc:sldChg chg="addSp delSp modSp add mod">
        <pc:chgData name="Hidayaturrahman" userId="b9dd9925-3f63-4f58-a981-e486d2a99324" providerId="ADAL" clId="{263A2ECB-BE2E-4FEB-B1B4-9C99A0118EF1}" dt="2025-07-02T07:29:46.517" v="434" actId="14100"/>
        <pc:sldMkLst>
          <pc:docMk/>
          <pc:sldMk cId="293009819" sldId="489"/>
        </pc:sldMkLst>
      </pc:sldChg>
      <pc:sldChg chg="addSp delSp modSp add mod">
        <pc:chgData name="Hidayaturrahman" userId="b9dd9925-3f63-4f58-a981-e486d2a99324" providerId="ADAL" clId="{263A2ECB-BE2E-4FEB-B1B4-9C99A0118EF1}" dt="2025-07-02T07:30:56.584" v="442"/>
        <pc:sldMkLst>
          <pc:docMk/>
          <pc:sldMk cId="3628572072" sldId="490"/>
        </pc:sldMkLst>
      </pc:sldChg>
    </pc:docChg>
  </pc:docChgLst>
  <pc:docChgLst>
    <pc:chgData name="Hidayaturrahman" userId="b9dd9925-3f63-4f58-a981-e486d2a99324" providerId="ADAL" clId="{CC5AA83B-DFB1-4734-9917-C9F9FE8997AB}"/>
    <pc:docChg chg="undo custSel addSld delSld modSld">
      <pc:chgData name="Hidayaturrahman" userId="b9dd9925-3f63-4f58-a981-e486d2a99324" providerId="ADAL" clId="{CC5AA83B-DFB1-4734-9917-C9F9FE8997AB}" dt="2025-07-03T02:39:46.976" v="382" actId="20577"/>
      <pc:docMkLst>
        <pc:docMk/>
      </pc:docMkLst>
      <pc:sldChg chg="modSp mod">
        <pc:chgData name="Hidayaturrahman" userId="b9dd9925-3f63-4f58-a981-e486d2a99324" providerId="ADAL" clId="{CC5AA83B-DFB1-4734-9917-C9F9FE8997AB}" dt="2025-07-02T07:34:13.706" v="2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CC5AA83B-DFB1-4734-9917-C9F9FE8997AB}" dt="2025-07-02T07:34:13.706" v="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CC5AA83B-DFB1-4734-9917-C9F9FE8997AB}" dt="2025-07-02T07:34:11.168" v="0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CC5AA83B-DFB1-4734-9917-C9F9FE8997AB}" dt="2025-07-02T07:34:35.062" v="12" actId="20577"/>
        <pc:sldMkLst>
          <pc:docMk/>
          <pc:sldMk cId="2266460145" sldId="258"/>
        </pc:sldMkLst>
        <pc:spChg chg="mod">
          <ac:chgData name="Hidayaturrahman" userId="b9dd9925-3f63-4f58-a981-e486d2a99324" providerId="ADAL" clId="{CC5AA83B-DFB1-4734-9917-C9F9FE8997AB}" dt="2025-07-02T07:34:35.062" v="12" actId="20577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CC5AA83B-DFB1-4734-9917-C9F9FE8997AB}" dt="2025-07-03T02:39:46.976" v="382" actId="20577"/>
        <pc:sldMkLst>
          <pc:docMk/>
          <pc:sldMk cId="3696846054" sldId="272"/>
        </pc:sldMkLst>
        <pc:spChg chg="mod">
          <ac:chgData name="Hidayaturrahman" userId="b9dd9925-3f63-4f58-a981-e486d2a99324" providerId="ADAL" clId="{CC5AA83B-DFB1-4734-9917-C9F9FE8997AB}" dt="2025-07-03T02:39:46.976" v="382" actId="20577"/>
          <ac:spMkLst>
            <pc:docMk/>
            <pc:sldMk cId="3696846054" sldId="272"/>
            <ac:spMk id="15" creationId="{FC0F9715-3361-3A3E-A4CD-86B721291623}"/>
          </ac:spMkLst>
        </pc:spChg>
      </pc:sldChg>
      <pc:sldChg chg="addSp delSp modSp mod">
        <pc:chgData name="Hidayaturrahman" userId="b9dd9925-3f63-4f58-a981-e486d2a99324" providerId="ADAL" clId="{CC5AA83B-DFB1-4734-9917-C9F9FE8997AB}" dt="2025-07-02T07:54:53.488" v="27" actId="18131"/>
        <pc:sldMkLst>
          <pc:docMk/>
          <pc:sldMk cId="2582537815" sldId="428"/>
        </pc:sldMkLst>
        <pc:spChg chg="mod">
          <ac:chgData name="Hidayaturrahman" userId="b9dd9925-3f63-4f58-a981-e486d2a99324" providerId="ADAL" clId="{CC5AA83B-DFB1-4734-9917-C9F9FE8997AB}" dt="2025-07-02T07:53:05.300" v="14"/>
          <ac:spMkLst>
            <pc:docMk/>
            <pc:sldMk cId="2582537815" sldId="428"/>
            <ac:spMk id="13" creationId="{DD226C64-94F4-E110-4BB5-E0B7EF9153A8}"/>
          </ac:spMkLst>
        </pc:spChg>
      </pc:sldChg>
      <pc:sldChg chg="addSp modSp mod">
        <pc:chgData name="Hidayaturrahman" userId="b9dd9925-3f63-4f58-a981-e486d2a99324" providerId="ADAL" clId="{CC5AA83B-DFB1-4734-9917-C9F9FE8997AB}" dt="2025-07-03T02:38:58.458" v="374" actId="20577"/>
        <pc:sldMkLst>
          <pc:docMk/>
          <pc:sldMk cId="3930543394" sldId="460"/>
        </pc:sldMkLst>
        <pc:spChg chg="add">
          <ac:chgData name="Hidayaturrahman" userId="b9dd9925-3f63-4f58-a981-e486d2a99324" providerId="ADAL" clId="{CC5AA83B-DFB1-4734-9917-C9F9FE8997AB}" dt="2025-07-03T02:38:46.367" v="369"/>
          <ac:spMkLst>
            <pc:docMk/>
            <pc:sldMk cId="3930543394" sldId="460"/>
            <ac:spMk id="4" creationId="{41E31803-62C0-9349-CA6C-5B5728CDC9BF}"/>
          </ac:spMkLst>
        </pc:spChg>
        <pc:spChg chg="mod">
          <ac:chgData name="Hidayaturrahman" userId="b9dd9925-3f63-4f58-a981-e486d2a99324" providerId="ADAL" clId="{CC5AA83B-DFB1-4734-9917-C9F9FE8997AB}" dt="2025-07-03T02:38:58.458" v="374" actId="20577"/>
          <ac:spMkLst>
            <pc:docMk/>
            <pc:sldMk cId="3930543394" sldId="460"/>
            <ac:spMk id="6" creationId="{3E2563AC-1234-2E12-38E6-11B67C3993EE}"/>
          </ac:spMkLst>
        </pc:spChg>
      </pc:sldChg>
      <pc:sldChg chg="addSp delSp modSp mod">
        <pc:chgData name="Hidayaturrahman" userId="b9dd9925-3f63-4f58-a981-e486d2a99324" providerId="ADAL" clId="{CC5AA83B-DFB1-4734-9917-C9F9FE8997AB}" dt="2025-07-02T07:58:30.090" v="72" actId="255"/>
        <pc:sldMkLst>
          <pc:docMk/>
          <pc:sldMk cId="679764953" sldId="466"/>
        </pc:sldMkLst>
      </pc:sldChg>
      <pc:sldChg chg="del">
        <pc:chgData name="Hidayaturrahman" userId="b9dd9925-3f63-4f58-a981-e486d2a99324" providerId="ADAL" clId="{CC5AA83B-DFB1-4734-9917-C9F9FE8997AB}" dt="2025-07-02T07:57:38.743" v="48" actId="47"/>
        <pc:sldMkLst>
          <pc:docMk/>
          <pc:sldMk cId="2509480620" sldId="467"/>
        </pc:sldMkLst>
      </pc:sldChg>
      <pc:sldChg chg="del">
        <pc:chgData name="Hidayaturrahman" userId="b9dd9925-3f63-4f58-a981-e486d2a99324" providerId="ADAL" clId="{CC5AA83B-DFB1-4734-9917-C9F9FE8997AB}" dt="2025-07-02T07:57:39.089" v="49" actId="47"/>
        <pc:sldMkLst>
          <pc:docMk/>
          <pc:sldMk cId="2759660911" sldId="468"/>
        </pc:sldMkLst>
      </pc:sldChg>
      <pc:sldChg chg="del">
        <pc:chgData name="Hidayaturrahman" userId="b9dd9925-3f63-4f58-a981-e486d2a99324" providerId="ADAL" clId="{CC5AA83B-DFB1-4734-9917-C9F9FE8997AB}" dt="2025-07-02T07:57:39.450" v="50" actId="47"/>
        <pc:sldMkLst>
          <pc:docMk/>
          <pc:sldMk cId="582556326" sldId="469"/>
        </pc:sldMkLst>
      </pc:sldChg>
      <pc:sldChg chg="del">
        <pc:chgData name="Hidayaturrahman" userId="b9dd9925-3f63-4f58-a981-e486d2a99324" providerId="ADAL" clId="{CC5AA83B-DFB1-4734-9917-C9F9FE8997AB}" dt="2025-07-02T07:57:39.859" v="51" actId="47"/>
        <pc:sldMkLst>
          <pc:docMk/>
          <pc:sldMk cId="1742068560" sldId="470"/>
        </pc:sldMkLst>
      </pc:sldChg>
      <pc:sldChg chg="del">
        <pc:chgData name="Hidayaturrahman" userId="b9dd9925-3f63-4f58-a981-e486d2a99324" providerId="ADAL" clId="{CC5AA83B-DFB1-4734-9917-C9F9FE8997AB}" dt="2025-07-02T07:57:40.315" v="52" actId="47"/>
        <pc:sldMkLst>
          <pc:docMk/>
          <pc:sldMk cId="1589929461" sldId="471"/>
        </pc:sldMkLst>
      </pc:sldChg>
      <pc:sldChg chg="del">
        <pc:chgData name="Hidayaturrahman" userId="b9dd9925-3f63-4f58-a981-e486d2a99324" providerId="ADAL" clId="{CC5AA83B-DFB1-4734-9917-C9F9FE8997AB}" dt="2025-07-02T07:57:41.047" v="53" actId="47"/>
        <pc:sldMkLst>
          <pc:docMk/>
          <pc:sldMk cId="659945072" sldId="472"/>
        </pc:sldMkLst>
      </pc:sldChg>
      <pc:sldChg chg="del">
        <pc:chgData name="Hidayaturrahman" userId="b9dd9925-3f63-4f58-a981-e486d2a99324" providerId="ADAL" clId="{CC5AA83B-DFB1-4734-9917-C9F9FE8997AB}" dt="2025-07-02T07:57:41.400" v="54" actId="47"/>
        <pc:sldMkLst>
          <pc:docMk/>
          <pc:sldMk cId="2294537762" sldId="473"/>
        </pc:sldMkLst>
      </pc:sldChg>
      <pc:sldChg chg="modSp">
        <pc:chgData name="Hidayaturrahman" userId="b9dd9925-3f63-4f58-a981-e486d2a99324" providerId="ADAL" clId="{CC5AA83B-DFB1-4734-9917-C9F9FE8997AB}" dt="2025-07-02T07:35:32.505" v="13"/>
        <pc:sldMkLst>
          <pc:docMk/>
          <pc:sldMk cId="3527507550" sldId="474"/>
        </pc:sldMkLst>
        <pc:spChg chg="mod">
          <ac:chgData name="Hidayaturrahman" userId="b9dd9925-3f63-4f58-a981-e486d2a99324" providerId="ADAL" clId="{CC5AA83B-DFB1-4734-9917-C9F9FE8997AB}" dt="2025-07-02T07:35:32.505" v="13"/>
          <ac:spMkLst>
            <pc:docMk/>
            <pc:sldMk cId="3527507550" sldId="474"/>
            <ac:spMk id="2" creationId="{F672DF31-619B-B1D4-D309-562C411550AB}"/>
          </ac:spMkLst>
        </pc:spChg>
      </pc:sldChg>
      <pc:sldChg chg="modSp">
        <pc:chgData name="Hidayaturrahman" userId="b9dd9925-3f63-4f58-a981-e486d2a99324" providerId="ADAL" clId="{CC5AA83B-DFB1-4734-9917-C9F9FE8997AB}" dt="2025-07-02T08:08:55.262" v="165"/>
        <pc:sldMkLst>
          <pc:docMk/>
          <pc:sldMk cId="1714485013" sldId="475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1505490412" sldId="476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1643403958" sldId="477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1662935621" sldId="478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1302984183" sldId="479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2039429951" sldId="480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3480843082" sldId="481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2163294662" sldId="482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424434485" sldId="483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3388333962" sldId="484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2816567296" sldId="485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515558716" sldId="486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1227582233" sldId="487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2308657066" sldId="488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293009819" sldId="489"/>
        </pc:sldMkLst>
      </pc:sldChg>
      <pc:sldChg chg="del">
        <pc:chgData name="Hidayaturrahman" userId="b9dd9925-3f63-4f58-a981-e486d2a99324" providerId="ADAL" clId="{CC5AA83B-DFB1-4734-9917-C9F9FE8997AB}" dt="2025-07-02T08:08:30.246" v="164" actId="47"/>
        <pc:sldMkLst>
          <pc:docMk/>
          <pc:sldMk cId="3628572072" sldId="490"/>
        </pc:sldMkLst>
      </pc:sldChg>
      <pc:sldChg chg="addSp delSp modSp add mod">
        <pc:chgData name="Hidayaturrahman" userId="b9dd9925-3f63-4f58-a981-e486d2a99324" providerId="ADAL" clId="{CC5AA83B-DFB1-4734-9917-C9F9FE8997AB}" dt="2025-07-02T07:57:13.485" v="46" actId="14100"/>
        <pc:sldMkLst>
          <pc:docMk/>
          <pc:sldMk cId="2942404576" sldId="491"/>
        </pc:sldMkLst>
      </pc:sldChg>
      <pc:sldChg chg="addSp delSp modSp add mod chgLayout">
        <pc:chgData name="Hidayaturrahman" userId="b9dd9925-3f63-4f58-a981-e486d2a99324" providerId="ADAL" clId="{CC5AA83B-DFB1-4734-9917-C9F9FE8997AB}" dt="2025-07-02T08:05:24.458" v="131" actId="13926"/>
        <pc:sldMkLst>
          <pc:docMk/>
          <pc:sldMk cId="3732353428" sldId="492"/>
        </pc:sldMkLst>
      </pc:sldChg>
      <pc:sldChg chg="modSp new">
        <pc:chgData name="Hidayaturrahman" userId="b9dd9925-3f63-4f58-a981-e486d2a99324" providerId="ADAL" clId="{CC5AA83B-DFB1-4734-9917-C9F9FE8997AB}" dt="2025-07-02T07:58:53.865" v="75"/>
        <pc:sldMkLst>
          <pc:docMk/>
          <pc:sldMk cId="166486044" sldId="493"/>
        </pc:sldMkLst>
      </pc:sldChg>
      <pc:sldChg chg="addSp delSp modSp add mod">
        <pc:chgData name="Hidayaturrahman" userId="b9dd9925-3f63-4f58-a981-e486d2a99324" providerId="ADAL" clId="{CC5AA83B-DFB1-4734-9917-C9F9FE8997AB}" dt="2025-07-02T08:05:38.790" v="135" actId="13926"/>
        <pc:sldMkLst>
          <pc:docMk/>
          <pc:sldMk cId="212768519" sldId="494"/>
        </pc:sldMkLst>
      </pc:sldChg>
      <pc:sldChg chg="modSp add mod">
        <pc:chgData name="Hidayaturrahman" userId="b9dd9925-3f63-4f58-a981-e486d2a99324" providerId="ADAL" clId="{CC5AA83B-DFB1-4734-9917-C9F9FE8997AB}" dt="2025-07-02T08:06:49.592" v="147" actId="13926"/>
        <pc:sldMkLst>
          <pc:docMk/>
          <pc:sldMk cId="3243990338" sldId="495"/>
        </pc:sldMkLst>
      </pc:sldChg>
      <pc:sldChg chg="addSp delSp modSp add mod">
        <pc:chgData name="Hidayaturrahman" userId="b9dd9925-3f63-4f58-a981-e486d2a99324" providerId="ADAL" clId="{CC5AA83B-DFB1-4734-9917-C9F9FE8997AB}" dt="2025-07-02T08:07:37.725" v="157" actId="1076"/>
        <pc:sldMkLst>
          <pc:docMk/>
          <pc:sldMk cId="2026275668" sldId="496"/>
        </pc:sldMkLst>
      </pc:sldChg>
      <pc:sldChg chg="addSp delSp modSp add mod">
        <pc:chgData name="Hidayaturrahman" userId="b9dd9925-3f63-4f58-a981-e486d2a99324" providerId="ADAL" clId="{CC5AA83B-DFB1-4734-9917-C9F9FE8997AB}" dt="2025-07-02T08:08:09.843" v="163" actId="1076"/>
        <pc:sldMkLst>
          <pc:docMk/>
          <pc:sldMk cId="3700745931" sldId="497"/>
        </pc:sldMkLst>
      </pc:sldChg>
      <pc:sldChg chg="addSp delSp modSp new mod">
        <pc:chgData name="Hidayaturrahman" userId="b9dd9925-3f63-4f58-a981-e486d2a99324" providerId="ADAL" clId="{CC5AA83B-DFB1-4734-9917-C9F9FE8997AB}" dt="2025-07-02T08:11:12.669" v="181" actId="732"/>
        <pc:sldMkLst>
          <pc:docMk/>
          <pc:sldMk cId="779826652" sldId="498"/>
        </pc:sldMkLst>
      </pc:sldChg>
      <pc:sldChg chg="addSp delSp modSp add mod">
        <pc:chgData name="Hidayaturrahman" userId="b9dd9925-3f63-4f58-a981-e486d2a99324" providerId="ADAL" clId="{CC5AA83B-DFB1-4734-9917-C9F9FE8997AB}" dt="2025-07-02T09:16:43.230" v="198" actId="732"/>
        <pc:sldMkLst>
          <pc:docMk/>
          <pc:sldMk cId="2002011791" sldId="499"/>
        </pc:sldMkLst>
      </pc:sldChg>
      <pc:sldChg chg="addSp delSp modSp add mod">
        <pc:chgData name="Hidayaturrahman" userId="b9dd9925-3f63-4f58-a981-e486d2a99324" providerId="ADAL" clId="{CC5AA83B-DFB1-4734-9917-C9F9FE8997AB}" dt="2025-07-02T09:20:39.027" v="219" actId="207"/>
        <pc:sldMkLst>
          <pc:docMk/>
          <pc:sldMk cId="2135129398" sldId="500"/>
        </pc:sldMkLst>
      </pc:sldChg>
      <pc:sldChg chg="addSp delSp modSp add mod">
        <pc:chgData name="Hidayaturrahman" userId="b9dd9925-3f63-4f58-a981-e486d2a99324" providerId="ADAL" clId="{CC5AA83B-DFB1-4734-9917-C9F9FE8997AB}" dt="2025-07-02T09:23:09.698" v="244" actId="2710"/>
        <pc:sldMkLst>
          <pc:docMk/>
          <pc:sldMk cId="842076868" sldId="501"/>
        </pc:sldMkLst>
      </pc:sldChg>
      <pc:sldChg chg="addSp delSp modSp add mod">
        <pc:chgData name="Hidayaturrahman" userId="b9dd9925-3f63-4f58-a981-e486d2a99324" providerId="ADAL" clId="{CC5AA83B-DFB1-4734-9917-C9F9FE8997AB}" dt="2025-07-03T02:27:11.505" v="263" actId="1076"/>
        <pc:sldMkLst>
          <pc:docMk/>
          <pc:sldMk cId="176880784" sldId="502"/>
        </pc:sldMkLst>
        <pc:spChg chg="mod">
          <ac:chgData name="Hidayaturrahman" userId="b9dd9925-3f63-4f58-a981-e486d2a99324" providerId="ADAL" clId="{CC5AA83B-DFB1-4734-9917-C9F9FE8997AB}" dt="2025-07-03T02:25:54.069" v="250"/>
          <ac:spMkLst>
            <pc:docMk/>
            <pc:sldMk cId="176880784" sldId="502"/>
            <ac:spMk id="2" creationId="{0C986898-B1F9-A034-0FF6-6553EF72B682}"/>
          </ac:spMkLst>
        </pc:spChg>
        <pc:spChg chg="mod">
          <ac:chgData name="Hidayaturrahman" userId="b9dd9925-3f63-4f58-a981-e486d2a99324" providerId="ADAL" clId="{CC5AA83B-DFB1-4734-9917-C9F9FE8997AB}" dt="2025-07-03T02:26:19.839" v="256" actId="12"/>
          <ac:spMkLst>
            <pc:docMk/>
            <pc:sldMk cId="176880784" sldId="502"/>
            <ac:spMk id="5" creationId="{31CD8BFC-F72F-6F97-41EB-8C591F81BE48}"/>
          </ac:spMkLst>
        </pc:spChg>
        <pc:picChg chg="del">
          <ac:chgData name="Hidayaturrahman" userId="b9dd9925-3f63-4f58-a981-e486d2a99324" providerId="ADAL" clId="{CC5AA83B-DFB1-4734-9917-C9F9FE8997AB}" dt="2025-07-03T02:26:23.534" v="257" actId="478"/>
          <ac:picMkLst>
            <pc:docMk/>
            <pc:sldMk cId="176880784" sldId="502"/>
            <ac:picMk id="9221" creationId="{E3EE205A-A4B9-6793-C76B-7F8F24FC60D3}"/>
          </ac:picMkLst>
        </pc:picChg>
        <pc:picChg chg="add mod">
          <ac:chgData name="Hidayaturrahman" userId="b9dd9925-3f63-4f58-a981-e486d2a99324" providerId="ADAL" clId="{CC5AA83B-DFB1-4734-9917-C9F9FE8997AB}" dt="2025-07-03T02:27:11.505" v="263" actId="1076"/>
          <ac:picMkLst>
            <pc:docMk/>
            <pc:sldMk cId="176880784" sldId="502"/>
            <ac:picMk id="10242" creationId="{542E6B9D-A680-CEBF-2E1A-3CF374D480B0}"/>
          </ac:picMkLst>
        </pc:picChg>
      </pc:sldChg>
      <pc:sldChg chg="new del">
        <pc:chgData name="Hidayaturrahman" userId="b9dd9925-3f63-4f58-a981-e486d2a99324" providerId="ADAL" clId="{CC5AA83B-DFB1-4734-9917-C9F9FE8997AB}" dt="2025-07-02T09:23:30.184" v="248" actId="47"/>
        <pc:sldMkLst>
          <pc:docMk/>
          <pc:sldMk cId="1852329919" sldId="503"/>
        </pc:sldMkLst>
      </pc:sldChg>
      <pc:sldChg chg="modSp new">
        <pc:chgData name="Hidayaturrahman" userId="b9dd9925-3f63-4f58-a981-e486d2a99324" providerId="ADAL" clId="{CC5AA83B-DFB1-4734-9917-C9F9FE8997AB}" dt="2025-07-02T09:23:36.855" v="249"/>
        <pc:sldMkLst>
          <pc:docMk/>
          <pc:sldMk cId="3493725513" sldId="504"/>
        </pc:sldMkLst>
      </pc:sldChg>
      <pc:sldChg chg="addSp delSp modSp new mod">
        <pc:chgData name="Hidayaturrahman" userId="b9dd9925-3f63-4f58-a981-e486d2a99324" providerId="ADAL" clId="{CC5AA83B-DFB1-4734-9917-C9F9FE8997AB}" dt="2025-07-03T02:29:21.943" v="282" actId="14100"/>
        <pc:sldMkLst>
          <pc:docMk/>
          <pc:sldMk cId="3525953794" sldId="505"/>
        </pc:sldMkLst>
        <pc:spChg chg="mod">
          <ac:chgData name="Hidayaturrahman" userId="b9dd9925-3f63-4f58-a981-e486d2a99324" providerId="ADAL" clId="{CC5AA83B-DFB1-4734-9917-C9F9FE8997AB}" dt="2025-07-03T02:28:25.584" v="266" actId="27636"/>
          <ac:spMkLst>
            <pc:docMk/>
            <pc:sldMk cId="3525953794" sldId="505"/>
            <ac:spMk id="2" creationId="{8E8B6DA0-33FA-FCF1-7BE2-964947DD3A66}"/>
          </ac:spMkLst>
        </pc:spChg>
        <pc:spChg chg="del">
          <ac:chgData name="Hidayaturrahman" userId="b9dd9925-3f63-4f58-a981-e486d2a99324" providerId="ADAL" clId="{CC5AA83B-DFB1-4734-9917-C9F9FE8997AB}" dt="2025-07-03T02:28:31.455" v="267"/>
          <ac:spMkLst>
            <pc:docMk/>
            <pc:sldMk cId="3525953794" sldId="505"/>
            <ac:spMk id="4" creationId="{A06FFFAA-FB74-9506-DA4E-708513672AA1}"/>
          </ac:spMkLst>
        </pc:spChg>
        <pc:spChg chg="del">
          <ac:chgData name="Hidayaturrahman" userId="b9dd9925-3f63-4f58-a981-e486d2a99324" providerId="ADAL" clId="{CC5AA83B-DFB1-4734-9917-C9F9FE8997AB}" dt="2025-07-03T02:29:14.529" v="279" actId="478"/>
          <ac:spMkLst>
            <pc:docMk/>
            <pc:sldMk cId="3525953794" sldId="505"/>
            <ac:spMk id="5" creationId="{0C2A612E-10D1-7851-54D3-46C994403375}"/>
          </ac:spMkLst>
        </pc:spChg>
        <pc:spChg chg="add mod">
          <ac:chgData name="Hidayaturrahman" userId="b9dd9925-3f63-4f58-a981-e486d2a99324" providerId="ADAL" clId="{CC5AA83B-DFB1-4734-9917-C9F9FE8997AB}" dt="2025-07-03T02:28:44.129" v="278" actId="12"/>
          <ac:spMkLst>
            <pc:docMk/>
            <pc:sldMk cId="3525953794" sldId="505"/>
            <ac:spMk id="6" creationId="{CE712241-C119-88C3-2E1D-E8F8100B5803}"/>
          </ac:spMkLst>
        </pc:spChg>
        <pc:picChg chg="add mod">
          <ac:chgData name="Hidayaturrahman" userId="b9dd9925-3f63-4f58-a981-e486d2a99324" providerId="ADAL" clId="{CC5AA83B-DFB1-4734-9917-C9F9FE8997AB}" dt="2025-07-03T02:29:21.943" v="282" actId="14100"/>
          <ac:picMkLst>
            <pc:docMk/>
            <pc:sldMk cId="3525953794" sldId="505"/>
            <ac:picMk id="11267" creationId="{6D272192-DCB3-9AE5-1AF5-C8363C461B15}"/>
          </ac:picMkLst>
        </pc:picChg>
      </pc:sldChg>
      <pc:sldChg chg="addSp delSp modSp new mod">
        <pc:chgData name="Hidayaturrahman" userId="b9dd9925-3f63-4f58-a981-e486d2a99324" providerId="ADAL" clId="{CC5AA83B-DFB1-4734-9917-C9F9FE8997AB}" dt="2025-07-03T02:31:02.527" v="297" actId="14100"/>
        <pc:sldMkLst>
          <pc:docMk/>
          <pc:sldMk cId="2462076044" sldId="506"/>
        </pc:sldMkLst>
        <pc:spChg chg="mod">
          <ac:chgData name="Hidayaturrahman" userId="b9dd9925-3f63-4f58-a981-e486d2a99324" providerId="ADAL" clId="{CC5AA83B-DFB1-4734-9917-C9F9FE8997AB}" dt="2025-07-03T02:29:54.242" v="285" actId="27636"/>
          <ac:spMkLst>
            <pc:docMk/>
            <pc:sldMk cId="2462076044" sldId="506"/>
            <ac:spMk id="2" creationId="{8DBCE002-3B24-3115-3E0A-1D5EF7A0A490}"/>
          </ac:spMkLst>
        </pc:spChg>
        <pc:spChg chg="mod">
          <ac:chgData name="Hidayaturrahman" userId="b9dd9925-3f63-4f58-a981-e486d2a99324" providerId="ADAL" clId="{CC5AA83B-DFB1-4734-9917-C9F9FE8997AB}" dt="2025-07-03T02:30:07.290" v="289" actId="20577"/>
          <ac:spMkLst>
            <pc:docMk/>
            <pc:sldMk cId="2462076044" sldId="506"/>
            <ac:spMk id="4" creationId="{960C7757-DEA7-B01E-8DB3-65B7052E8BBD}"/>
          </ac:spMkLst>
        </pc:spChg>
        <pc:spChg chg="del">
          <ac:chgData name="Hidayaturrahman" userId="b9dd9925-3f63-4f58-a981-e486d2a99324" providerId="ADAL" clId="{CC5AA83B-DFB1-4734-9917-C9F9FE8997AB}" dt="2025-07-03T02:30:48.755" v="290"/>
          <ac:spMkLst>
            <pc:docMk/>
            <pc:sldMk cId="2462076044" sldId="506"/>
            <ac:spMk id="5" creationId="{566298FC-C66F-2D63-D333-A64707494410}"/>
          </ac:spMkLst>
        </pc:spChg>
        <pc:spChg chg="add del mod">
          <ac:chgData name="Hidayaturrahman" userId="b9dd9925-3f63-4f58-a981-e486d2a99324" providerId="ADAL" clId="{CC5AA83B-DFB1-4734-9917-C9F9FE8997AB}" dt="2025-07-03T02:30:52.665" v="292" actId="478"/>
          <ac:spMkLst>
            <pc:docMk/>
            <pc:sldMk cId="2462076044" sldId="506"/>
            <ac:spMk id="6" creationId="{0D39C2EC-D247-03E8-4C50-363F68589CF9}"/>
          </ac:spMkLst>
        </pc:spChg>
        <pc:picChg chg="add del mod">
          <ac:chgData name="Hidayaturrahman" userId="b9dd9925-3f63-4f58-a981-e486d2a99324" providerId="ADAL" clId="{CC5AA83B-DFB1-4734-9917-C9F9FE8997AB}" dt="2025-07-03T02:30:52.056" v="291" actId="478"/>
          <ac:picMkLst>
            <pc:docMk/>
            <pc:sldMk cId="2462076044" sldId="506"/>
            <ac:picMk id="12290" creationId="{A9674F50-D393-7BB7-8B1A-214DFDD3E9E9}"/>
          </ac:picMkLst>
        </pc:picChg>
        <pc:picChg chg="add mod">
          <ac:chgData name="Hidayaturrahman" userId="b9dd9925-3f63-4f58-a981-e486d2a99324" providerId="ADAL" clId="{CC5AA83B-DFB1-4734-9917-C9F9FE8997AB}" dt="2025-07-03T02:31:02.527" v="297" actId="14100"/>
          <ac:picMkLst>
            <pc:docMk/>
            <pc:sldMk cId="2462076044" sldId="506"/>
            <ac:picMk id="12292" creationId="{282B857D-F46B-A2AF-945A-DF4F1FFE7B98}"/>
          </ac:picMkLst>
        </pc:picChg>
      </pc:sldChg>
      <pc:sldChg chg="addSp delSp modSp new mod">
        <pc:chgData name="Hidayaturrahman" userId="b9dd9925-3f63-4f58-a981-e486d2a99324" providerId="ADAL" clId="{CC5AA83B-DFB1-4734-9917-C9F9FE8997AB}" dt="2025-07-03T02:32:34.106" v="318" actId="14100"/>
        <pc:sldMkLst>
          <pc:docMk/>
          <pc:sldMk cId="3752598312" sldId="507"/>
        </pc:sldMkLst>
        <pc:spChg chg="mod">
          <ac:chgData name="Hidayaturrahman" userId="b9dd9925-3f63-4f58-a981-e486d2a99324" providerId="ADAL" clId="{CC5AA83B-DFB1-4734-9917-C9F9FE8997AB}" dt="2025-07-03T02:31:15.046" v="300" actId="27636"/>
          <ac:spMkLst>
            <pc:docMk/>
            <pc:sldMk cId="3752598312" sldId="507"/>
            <ac:spMk id="2" creationId="{4F3EE5FB-6BDF-D5D7-8C0A-43192EBAAC2E}"/>
          </ac:spMkLst>
        </pc:spChg>
        <pc:spChg chg="del">
          <ac:chgData name="Hidayaturrahman" userId="b9dd9925-3f63-4f58-a981-e486d2a99324" providerId="ADAL" clId="{CC5AA83B-DFB1-4734-9917-C9F9FE8997AB}" dt="2025-07-03T02:31:21.917" v="301"/>
          <ac:spMkLst>
            <pc:docMk/>
            <pc:sldMk cId="3752598312" sldId="507"/>
            <ac:spMk id="4" creationId="{9D64A45D-E481-962D-743D-D53B121C6D1C}"/>
          </ac:spMkLst>
        </pc:spChg>
        <pc:spChg chg="del">
          <ac:chgData name="Hidayaturrahman" userId="b9dd9925-3f63-4f58-a981-e486d2a99324" providerId="ADAL" clId="{CC5AA83B-DFB1-4734-9917-C9F9FE8997AB}" dt="2025-07-03T02:32:13.770" v="311" actId="478"/>
          <ac:spMkLst>
            <pc:docMk/>
            <pc:sldMk cId="3752598312" sldId="507"/>
            <ac:spMk id="5" creationId="{BBFB9730-7CFB-B120-E052-BF4D178A2F47}"/>
          </ac:spMkLst>
        </pc:spChg>
        <pc:spChg chg="add mod">
          <ac:chgData name="Hidayaturrahman" userId="b9dd9925-3f63-4f58-a981-e486d2a99324" providerId="ADAL" clId="{CC5AA83B-DFB1-4734-9917-C9F9FE8997AB}" dt="2025-07-03T02:31:30.004" v="310" actId="12"/>
          <ac:spMkLst>
            <pc:docMk/>
            <pc:sldMk cId="3752598312" sldId="507"/>
            <ac:spMk id="6" creationId="{297252B1-BA24-A0E6-0F18-46945D0B52E0}"/>
          </ac:spMkLst>
        </pc:spChg>
        <pc:picChg chg="add mod">
          <ac:chgData name="Hidayaturrahman" userId="b9dd9925-3f63-4f58-a981-e486d2a99324" providerId="ADAL" clId="{CC5AA83B-DFB1-4734-9917-C9F9FE8997AB}" dt="2025-07-03T02:32:34.106" v="318" actId="14100"/>
          <ac:picMkLst>
            <pc:docMk/>
            <pc:sldMk cId="3752598312" sldId="507"/>
            <ac:picMk id="13315" creationId="{8A53DCFD-3513-199E-F396-BC7D339BF051}"/>
          </ac:picMkLst>
        </pc:picChg>
      </pc:sldChg>
      <pc:sldChg chg="addSp delSp modSp new mod">
        <pc:chgData name="Hidayaturrahman" userId="b9dd9925-3f63-4f58-a981-e486d2a99324" providerId="ADAL" clId="{CC5AA83B-DFB1-4734-9917-C9F9FE8997AB}" dt="2025-07-03T02:35:47.557" v="343" actId="1076"/>
        <pc:sldMkLst>
          <pc:docMk/>
          <pc:sldMk cId="3991013187" sldId="508"/>
        </pc:sldMkLst>
        <pc:spChg chg="mod">
          <ac:chgData name="Hidayaturrahman" userId="b9dd9925-3f63-4f58-a981-e486d2a99324" providerId="ADAL" clId="{CC5AA83B-DFB1-4734-9917-C9F9FE8997AB}" dt="2025-07-03T02:33:36.867" v="323"/>
          <ac:spMkLst>
            <pc:docMk/>
            <pc:sldMk cId="3991013187" sldId="508"/>
            <ac:spMk id="2" creationId="{56F35980-4F3D-AF4F-EBF1-1AE24C4E5304}"/>
          </ac:spMkLst>
        </pc:spChg>
        <pc:spChg chg="del">
          <ac:chgData name="Hidayaturrahman" userId="b9dd9925-3f63-4f58-a981-e486d2a99324" providerId="ADAL" clId="{CC5AA83B-DFB1-4734-9917-C9F9FE8997AB}" dt="2025-07-03T02:33:42.970" v="324"/>
          <ac:spMkLst>
            <pc:docMk/>
            <pc:sldMk cId="3991013187" sldId="508"/>
            <ac:spMk id="4" creationId="{352D6982-97ED-68BC-FF73-6F58B07A9A13}"/>
          </ac:spMkLst>
        </pc:spChg>
        <pc:spChg chg="del">
          <ac:chgData name="Hidayaturrahman" userId="b9dd9925-3f63-4f58-a981-e486d2a99324" providerId="ADAL" clId="{CC5AA83B-DFB1-4734-9917-C9F9FE8997AB}" dt="2025-07-03T02:35:02.975" v="332" actId="478"/>
          <ac:spMkLst>
            <pc:docMk/>
            <pc:sldMk cId="3991013187" sldId="508"/>
            <ac:spMk id="5" creationId="{5D330009-A549-D9A4-8739-C6FDF27F69CB}"/>
          </ac:spMkLst>
        </pc:spChg>
        <pc:spChg chg="add del mod">
          <ac:chgData name="Hidayaturrahman" userId="b9dd9925-3f63-4f58-a981-e486d2a99324" providerId="ADAL" clId="{CC5AA83B-DFB1-4734-9917-C9F9FE8997AB}" dt="2025-07-03T02:35:40.062" v="339" actId="478"/>
          <ac:spMkLst>
            <pc:docMk/>
            <pc:sldMk cId="3991013187" sldId="508"/>
            <ac:spMk id="6" creationId="{7696A1F0-50D2-A522-0F8F-CD2B8B188E5D}"/>
          </ac:spMkLst>
        </pc:spChg>
        <pc:spChg chg="add mod">
          <ac:chgData name="Hidayaturrahman" userId="b9dd9925-3f63-4f58-a981-e486d2a99324" providerId="ADAL" clId="{CC5AA83B-DFB1-4734-9917-C9F9FE8997AB}" dt="2025-07-03T02:35:12.277" v="334" actId="14100"/>
          <ac:spMkLst>
            <pc:docMk/>
            <pc:sldMk cId="3991013187" sldId="508"/>
            <ac:spMk id="7" creationId="{9ABF9606-A1ED-98D1-ACB2-67E9BF533619}"/>
          </ac:spMkLst>
        </pc:spChg>
        <pc:spChg chg="add">
          <ac:chgData name="Hidayaturrahman" userId="b9dd9925-3f63-4f58-a981-e486d2a99324" providerId="ADAL" clId="{CC5AA83B-DFB1-4734-9917-C9F9FE8997AB}" dt="2025-07-03T02:35:15.901" v="335"/>
          <ac:spMkLst>
            <pc:docMk/>
            <pc:sldMk cId="3991013187" sldId="508"/>
            <ac:spMk id="8" creationId="{6A73AB75-7B6F-7473-655C-87528DB86897}"/>
          </ac:spMkLst>
        </pc:spChg>
        <pc:spChg chg="add del mod">
          <ac:chgData name="Hidayaturrahman" userId="b9dd9925-3f63-4f58-a981-e486d2a99324" providerId="ADAL" clId="{CC5AA83B-DFB1-4734-9917-C9F9FE8997AB}" dt="2025-07-03T02:35:22.058" v="337" actId="478"/>
          <ac:spMkLst>
            <pc:docMk/>
            <pc:sldMk cId="3991013187" sldId="508"/>
            <ac:spMk id="9" creationId="{A6D55618-83CB-FF99-6A84-77C90289E86F}"/>
          </ac:spMkLst>
        </pc:spChg>
        <pc:spChg chg="add del mod">
          <ac:chgData name="Hidayaturrahman" userId="b9dd9925-3f63-4f58-a981-e486d2a99324" providerId="ADAL" clId="{CC5AA83B-DFB1-4734-9917-C9F9FE8997AB}" dt="2025-07-03T02:35:42.043" v="340" actId="478"/>
          <ac:spMkLst>
            <pc:docMk/>
            <pc:sldMk cId="3991013187" sldId="508"/>
            <ac:spMk id="10" creationId="{631CBF02-47CE-F4A8-E542-F206EBD969DF}"/>
          </ac:spMkLst>
        </pc:spChg>
        <pc:picChg chg="add mod">
          <ac:chgData name="Hidayaturrahman" userId="b9dd9925-3f63-4f58-a981-e486d2a99324" providerId="ADAL" clId="{CC5AA83B-DFB1-4734-9917-C9F9FE8997AB}" dt="2025-07-03T02:35:47.557" v="343" actId="1076"/>
          <ac:picMkLst>
            <pc:docMk/>
            <pc:sldMk cId="3991013187" sldId="508"/>
            <ac:picMk id="14345" creationId="{FB2CCF3D-C244-C807-C479-677874FDB9AF}"/>
          </ac:picMkLst>
        </pc:picChg>
      </pc:sldChg>
      <pc:sldChg chg="modSp new">
        <pc:chgData name="Hidayaturrahman" userId="b9dd9925-3f63-4f58-a981-e486d2a99324" providerId="ADAL" clId="{CC5AA83B-DFB1-4734-9917-C9F9FE8997AB}" dt="2025-07-03T02:33:28.017" v="321"/>
        <pc:sldMkLst>
          <pc:docMk/>
          <pc:sldMk cId="4112783975" sldId="509"/>
        </pc:sldMkLst>
        <pc:spChg chg="mod">
          <ac:chgData name="Hidayaturrahman" userId="b9dd9925-3f63-4f58-a981-e486d2a99324" providerId="ADAL" clId="{CC5AA83B-DFB1-4734-9917-C9F9FE8997AB}" dt="2025-07-03T02:33:28.017" v="321"/>
          <ac:spMkLst>
            <pc:docMk/>
            <pc:sldMk cId="4112783975" sldId="509"/>
            <ac:spMk id="2" creationId="{CB6223F0-5841-33FA-6A39-2C475F39DAB5}"/>
          </ac:spMkLst>
        </pc:spChg>
      </pc:sldChg>
      <pc:sldChg chg="addSp delSp modSp new mod">
        <pc:chgData name="Hidayaturrahman" userId="b9dd9925-3f63-4f58-a981-e486d2a99324" providerId="ADAL" clId="{CC5AA83B-DFB1-4734-9917-C9F9FE8997AB}" dt="2025-07-03T02:36:57.141" v="357" actId="1076"/>
        <pc:sldMkLst>
          <pc:docMk/>
          <pc:sldMk cId="3811254252" sldId="510"/>
        </pc:sldMkLst>
        <pc:spChg chg="mod">
          <ac:chgData name="Hidayaturrahman" userId="b9dd9925-3f63-4f58-a981-e486d2a99324" providerId="ADAL" clId="{CC5AA83B-DFB1-4734-9917-C9F9FE8997AB}" dt="2025-07-03T02:36:07.037" v="346" actId="27636"/>
          <ac:spMkLst>
            <pc:docMk/>
            <pc:sldMk cId="3811254252" sldId="510"/>
            <ac:spMk id="2" creationId="{13C64D01-D61A-6E49-D596-12DD3EE6E765}"/>
          </ac:spMkLst>
        </pc:spChg>
        <pc:spChg chg="mod">
          <ac:chgData name="Hidayaturrahman" userId="b9dd9925-3f63-4f58-a981-e486d2a99324" providerId="ADAL" clId="{CC5AA83B-DFB1-4734-9917-C9F9FE8997AB}" dt="2025-07-03T02:36:20.881" v="350" actId="20577"/>
          <ac:spMkLst>
            <pc:docMk/>
            <pc:sldMk cId="3811254252" sldId="510"/>
            <ac:spMk id="4" creationId="{6F55A358-6A8B-8CA2-469A-384B4512517B}"/>
          </ac:spMkLst>
        </pc:spChg>
        <pc:spChg chg="del">
          <ac:chgData name="Hidayaturrahman" userId="b9dd9925-3f63-4f58-a981-e486d2a99324" providerId="ADAL" clId="{CC5AA83B-DFB1-4734-9917-C9F9FE8997AB}" dt="2025-07-03T02:36:47.750" v="351" actId="478"/>
          <ac:spMkLst>
            <pc:docMk/>
            <pc:sldMk cId="3811254252" sldId="510"/>
            <ac:spMk id="5" creationId="{88AFAD66-5088-E882-5422-A281239A78B7}"/>
          </ac:spMkLst>
        </pc:spChg>
        <pc:picChg chg="add mod">
          <ac:chgData name="Hidayaturrahman" userId="b9dd9925-3f63-4f58-a981-e486d2a99324" providerId="ADAL" clId="{CC5AA83B-DFB1-4734-9917-C9F9FE8997AB}" dt="2025-07-03T02:36:57.141" v="357" actId="1076"/>
          <ac:picMkLst>
            <pc:docMk/>
            <pc:sldMk cId="3811254252" sldId="510"/>
            <ac:picMk id="15362" creationId="{C4EBCD24-2222-6535-11B7-B38E0102A86F}"/>
          </ac:picMkLst>
        </pc:picChg>
      </pc:sldChg>
      <pc:sldChg chg="addSp modSp new mod">
        <pc:chgData name="Hidayaturrahman" userId="b9dd9925-3f63-4f58-a981-e486d2a99324" providerId="ADAL" clId="{CC5AA83B-DFB1-4734-9917-C9F9FE8997AB}" dt="2025-07-03T02:37:46.239" v="363" actId="1076"/>
        <pc:sldMkLst>
          <pc:docMk/>
          <pc:sldMk cId="1744282680" sldId="511"/>
        </pc:sldMkLst>
        <pc:spChg chg="mod">
          <ac:chgData name="Hidayaturrahman" userId="b9dd9925-3f63-4f58-a981-e486d2a99324" providerId="ADAL" clId="{CC5AA83B-DFB1-4734-9917-C9F9FE8997AB}" dt="2025-07-03T02:37:31.607" v="360" actId="27636"/>
          <ac:spMkLst>
            <pc:docMk/>
            <pc:sldMk cId="1744282680" sldId="511"/>
            <ac:spMk id="2" creationId="{BB4962DD-8FFE-F652-4C06-BCEAF437C593}"/>
          </ac:spMkLst>
        </pc:spChg>
        <pc:picChg chg="add mod">
          <ac:chgData name="Hidayaturrahman" userId="b9dd9925-3f63-4f58-a981-e486d2a99324" providerId="ADAL" clId="{CC5AA83B-DFB1-4734-9917-C9F9FE8997AB}" dt="2025-07-03T02:37:46.239" v="363" actId="1076"/>
          <ac:picMkLst>
            <pc:docMk/>
            <pc:sldMk cId="1744282680" sldId="511"/>
            <ac:picMk id="7" creationId="{64F78BA0-7496-3AD2-5402-B601CD682E05}"/>
          </ac:picMkLst>
        </pc:picChg>
      </pc:sldChg>
      <pc:sldChg chg="addSp modSp new mod">
        <pc:chgData name="Hidayaturrahman" userId="b9dd9925-3f63-4f58-a981-e486d2a99324" providerId="ADAL" clId="{CC5AA83B-DFB1-4734-9917-C9F9FE8997AB}" dt="2025-07-03T02:38:08.541" v="368" actId="14100"/>
        <pc:sldMkLst>
          <pc:docMk/>
          <pc:sldMk cId="3146221948" sldId="512"/>
        </pc:sldMkLst>
        <pc:spChg chg="mod">
          <ac:chgData name="Hidayaturrahman" userId="b9dd9925-3f63-4f58-a981-e486d2a99324" providerId="ADAL" clId="{CC5AA83B-DFB1-4734-9917-C9F9FE8997AB}" dt="2025-07-03T02:37:55.872" v="366" actId="27636"/>
          <ac:spMkLst>
            <pc:docMk/>
            <pc:sldMk cId="3146221948" sldId="512"/>
            <ac:spMk id="2" creationId="{9369F853-7BB8-0398-D901-CA9AD84444E5}"/>
          </ac:spMkLst>
        </pc:spChg>
        <pc:picChg chg="add mod">
          <ac:chgData name="Hidayaturrahman" userId="b9dd9925-3f63-4f58-a981-e486d2a99324" providerId="ADAL" clId="{CC5AA83B-DFB1-4734-9917-C9F9FE8997AB}" dt="2025-07-03T02:38:08.541" v="368" actId="14100"/>
          <ac:picMkLst>
            <pc:docMk/>
            <pc:sldMk cId="3146221948" sldId="512"/>
            <ac:picMk id="7" creationId="{6E5BCB02-A748-C09A-5469-97CC025DCE11}"/>
          </ac:picMkLst>
        </pc:picChg>
      </pc:sldChg>
    </pc:docChg>
  </pc:docChgLst>
  <pc:docChgLst>
    <pc:chgData name="Hidayaturrahman" userId="b9dd9925-3f63-4f58-a981-e486d2a99324" providerId="ADAL" clId="{78118D4E-897D-4383-8E67-E63CD669B53B}"/>
    <pc:docChg chg="undo redo custSel addSld delSld modSld sldOrd">
      <pc:chgData name="Hidayaturrahman" userId="b9dd9925-3f63-4f58-a981-e486d2a99324" providerId="ADAL" clId="{78118D4E-897D-4383-8E67-E63CD669B53B}" dt="2024-12-17T07:20:07.422" v="295" actId="403"/>
      <pc:docMkLst>
        <pc:docMk/>
      </pc:docMkLst>
      <pc:sldChg chg="modSp mod">
        <pc:chgData name="Hidayaturrahman" userId="b9dd9925-3f63-4f58-a981-e486d2a99324" providerId="ADAL" clId="{78118D4E-897D-4383-8E67-E63CD669B53B}" dt="2024-12-17T06:58:02.221" v="5" actId="27636"/>
        <pc:sldMkLst>
          <pc:docMk/>
          <pc:sldMk cId="3807564589" sldId="256"/>
        </pc:sldMkLst>
      </pc:sldChg>
      <pc:sldChg chg="modSp mod">
        <pc:chgData name="Hidayaturrahman" userId="b9dd9925-3f63-4f58-a981-e486d2a99324" providerId="ADAL" clId="{78118D4E-897D-4383-8E67-E63CD669B53B}" dt="2024-12-17T06:58:51.743" v="22" actId="20577"/>
        <pc:sldMkLst>
          <pc:docMk/>
          <pc:sldMk cId="1504782480" sldId="332"/>
        </pc:sldMkLst>
      </pc:sldChg>
      <pc:sldChg chg="del ord">
        <pc:chgData name="Hidayaturrahman" userId="b9dd9925-3f63-4f58-a981-e486d2a99324" providerId="ADAL" clId="{78118D4E-897D-4383-8E67-E63CD669B53B}" dt="2024-12-17T07:00:31.224" v="49" actId="47"/>
        <pc:sldMkLst>
          <pc:docMk/>
          <pc:sldMk cId="2890318243" sldId="333"/>
        </pc:sldMkLst>
      </pc:sldChg>
      <pc:sldChg chg="modSp add mod">
        <pc:chgData name="Hidayaturrahman" userId="b9dd9925-3f63-4f58-a981-e486d2a99324" providerId="ADAL" clId="{78118D4E-897D-4383-8E67-E63CD669B53B}" dt="2024-12-17T06:59:12.885" v="31" actId="20577"/>
        <pc:sldMkLst>
          <pc:docMk/>
          <pc:sldMk cId="3864873512" sldId="424"/>
        </pc:sldMkLst>
      </pc:sldChg>
      <pc:sldChg chg="modSp add mod">
        <pc:chgData name="Hidayaturrahman" userId="b9dd9925-3f63-4f58-a981-e486d2a99324" providerId="ADAL" clId="{78118D4E-897D-4383-8E67-E63CD669B53B}" dt="2024-12-17T06:59:26.840" v="37" actId="20577"/>
        <pc:sldMkLst>
          <pc:docMk/>
          <pc:sldMk cId="296493212" sldId="425"/>
        </pc:sldMkLst>
      </pc:sldChg>
      <pc:sldChg chg="modSp add mod ord">
        <pc:chgData name="Hidayaturrahman" userId="b9dd9925-3f63-4f58-a981-e486d2a99324" providerId="ADAL" clId="{78118D4E-897D-4383-8E67-E63CD669B53B}" dt="2024-12-17T06:58:33.569" v="15"/>
        <pc:sldMkLst>
          <pc:docMk/>
          <pc:sldMk cId="507165695" sldId="426"/>
        </pc:sldMkLst>
      </pc:sldChg>
      <pc:sldChg chg="add del">
        <pc:chgData name="Hidayaturrahman" userId="b9dd9925-3f63-4f58-a981-e486d2a99324" providerId="ADAL" clId="{78118D4E-897D-4383-8E67-E63CD669B53B}" dt="2024-12-17T07:00:32.432" v="50" actId="47"/>
        <pc:sldMkLst>
          <pc:docMk/>
          <pc:sldMk cId="3503948191" sldId="427"/>
        </pc:sldMkLst>
      </pc:sldChg>
      <pc:sldChg chg="delSp modSp add mod">
        <pc:chgData name="Hidayaturrahman" userId="b9dd9925-3f63-4f58-a981-e486d2a99324" providerId="ADAL" clId="{78118D4E-897D-4383-8E67-E63CD669B53B}" dt="2024-12-17T07:02:23.329" v="79" actId="123"/>
        <pc:sldMkLst>
          <pc:docMk/>
          <pc:sldMk cId="2582537815" sldId="428"/>
        </pc:sldMkLst>
      </pc:sldChg>
      <pc:sldChg chg="modSp add mod ord">
        <pc:chgData name="Hidayaturrahman" userId="b9dd9925-3f63-4f58-a981-e486d2a99324" providerId="ADAL" clId="{78118D4E-897D-4383-8E67-E63CD669B53B}" dt="2024-12-17T07:06:33.364" v="137" actId="122"/>
        <pc:sldMkLst>
          <pc:docMk/>
          <pc:sldMk cId="2319421769" sldId="429"/>
        </pc:sldMkLst>
      </pc:sldChg>
      <pc:sldChg chg="add del">
        <pc:chgData name="Hidayaturrahman" userId="b9dd9925-3f63-4f58-a981-e486d2a99324" providerId="ADAL" clId="{78118D4E-897D-4383-8E67-E63CD669B53B}" dt="2024-12-17T07:00:29.587" v="48" actId="47"/>
        <pc:sldMkLst>
          <pc:docMk/>
          <pc:sldMk cId="2392048510" sldId="429"/>
        </pc:sldMkLst>
      </pc:sldChg>
      <pc:sldChg chg="addSp delSp modSp add mod ord">
        <pc:chgData name="Hidayaturrahman" userId="b9dd9925-3f63-4f58-a981-e486d2a99324" providerId="ADAL" clId="{78118D4E-897D-4383-8E67-E63CD669B53B}" dt="2024-12-17T07:15:12.962" v="220" actId="1076"/>
        <pc:sldMkLst>
          <pc:docMk/>
          <pc:sldMk cId="4029915504" sldId="430"/>
        </pc:sldMkLst>
      </pc:sldChg>
      <pc:sldChg chg="modSp add mod ord">
        <pc:chgData name="Hidayaturrahman" userId="b9dd9925-3f63-4f58-a981-e486d2a99324" providerId="ADAL" clId="{78118D4E-897D-4383-8E67-E63CD669B53B}" dt="2024-12-17T07:16:21.716" v="234" actId="242"/>
        <pc:sldMkLst>
          <pc:docMk/>
          <pc:sldMk cId="1807958089" sldId="431"/>
        </pc:sldMkLst>
      </pc:sldChg>
      <pc:sldChg chg="modSp add mod">
        <pc:chgData name="Hidayaturrahman" userId="b9dd9925-3f63-4f58-a981-e486d2a99324" providerId="ADAL" clId="{78118D4E-897D-4383-8E67-E63CD669B53B}" dt="2024-12-17T07:04:04.389" v="95" actId="27636"/>
        <pc:sldMkLst>
          <pc:docMk/>
          <pc:sldMk cId="4011698868" sldId="432"/>
        </pc:sldMkLst>
      </pc:sldChg>
      <pc:sldChg chg="modSp add mod">
        <pc:chgData name="Hidayaturrahman" userId="b9dd9925-3f63-4f58-a981-e486d2a99324" providerId="ADAL" clId="{78118D4E-897D-4383-8E67-E63CD669B53B}" dt="2024-12-17T07:05:25.502" v="117" actId="15"/>
        <pc:sldMkLst>
          <pc:docMk/>
          <pc:sldMk cId="3105880266" sldId="433"/>
        </pc:sldMkLst>
      </pc:sldChg>
      <pc:sldChg chg="modSp add mod">
        <pc:chgData name="Hidayaturrahman" userId="b9dd9925-3f63-4f58-a981-e486d2a99324" providerId="ADAL" clId="{78118D4E-897D-4383-8E67-E63CD669B53B}" dt="2024-12-17T07:07:13.457" v="152" actId="2710"/>
        <pc:sldMkLst>
          <pc:docMk/>
          <pc:sldMk cId="1447427404" sldId="434"/>
        </pc:sldMkLst>
      </pc:sldChg>
      <pc:sldChg chg="addSp delSp modSp add mod">
        <pc:chgData name="Hidayaturrahman" userId="b9dd9925-3f63-4f58-a981-e486d2a99324" providerId="ADAL" clId="{78118D4E-897D-4383-8E67-E63CD669B53B}" dt="2024-12-17T07:13:06.819" v="203" actId="20577"/>
        <pc:sldMkLst>
          <pc:docMk/>
          <pc:sldMk cId="2255222136" sldId="435"/>
        </pc:sldMkLst>
      </pc:sldChg>
      <pc:sldChg chg="modSp add mod">
        <pc:chgData name="Hidayaturrahman" userId="b9dd9925-3f63-4f58-a981-e486d2a99324" providerId="ADAL" clId="{78118D4E-897D-4383-8E67-E63CD669B53B}" dt="2024-12-17T07:16:59.578" v="238"/>
        <pc:sldMkLst>
          <pc:docMk/>
          <pc:sldMk cId="138414210" sldId="436"/>
        </pc:sldMkLst>
      </pc:sldChg>
      <pc:sldChg chg="modSp add mod replId">
        <pc:chgData name="Hidayaturrahman" userId="b9dd9925-3f63-4f58-a981-e486d2a99324" providerId="ADAL" clId="{78118D4E-897D-4383-8E67-E63CD669B53B}" dt="2024-12-17T07:17:26.140" v="256" actId="403"/>
        <pc:sldMkLst>
          <pc:docMk/>
          <pc:sldMk cId="3942810829" sldId="437"/>
        </pc:sldMkLst>
      </pc:sldChg>
      <pc:sldChg chg="modSp add mod">
        <pc:chgData name="Hidayaturrahman" userId="b9dd9925-3f63-4f58-a981-e486d2a99324" providerId="ADAL" clId="{78118D4E-897D-4383-8E67-E63CD669B53B}" dt="2024-12-17T07:18:07.301" v="271" actId="404"/>
        <pc:sldMkLst>
          <pc:docMk/>
          <pc:sldMk cId="3888000005" sldId="438"/>
        </pc:sldMkLst>
      </pc:sldChg>
      <pc:sldChg chg="addSp delSp modSp new mod modClrScheme chgLayout">
        <pc:chgData name="Hidayaturrahman" userId="b9dd9925-3f63-4f58-a981-e486d2a99324" providerId="ADAL" clId="{78118D4E-897D-4383-8E67-E63CD669B53B}" dt="2024-12-17T07:20:07.422" v="295" actId="403"/>
        <pc:sldMkLst>
          <pc:docMk/>
          <pc:sldMk cId="1299448681" sldId="439"/>
        </pc:sldMkLst>
      </pc:sldChg>
    </pc:docChg>
  </pc:docChgLst>
  <pc:docChgLst>
    <pc:chgData name="Hidayaturrahman" userId="b9dd9925-3f63-4f58-a981-e486d2a99324" providerId="ADAL" clId="{4BA1E642-5E44-4E9C-B90D-328DB9CDA86C}"/>
    <pc:docChg chg="undo custSel addSld delSld modSld sldOrd modMainMaster">
      <pc:chgData name="Hidayaturrahman" userId="b9dd9925-3f63-4f58-a981-e486d2a99324" providerId="ADAL" clId="{4BA1E642-5E44-4E9C-B90D-328DB9CDA86C}" dt="2025-07-02T06:05:08.443" v="1031" actId="20577"/>
      <pc:docMkLst>
        <pc:docMk/>
      </pc:docMkLst>
      <pc:sldChg chg="modSp mod">
        <pc:chgData name="Hidayaturrahman" userId="b9dd9925-3f63-4f58-a981-e486d2a99324" providerId="ADAL" clId="{4BA1E642-5E44-4E9C-B90D-328DB9CDA86C}" dt="2025-07-02T04:48:58.679" v="1" actId="27636"/>
        <pc:sldMkLst>
          <pc:docMk/>
          <pc:sldMk cId="3807564589" sldId="256"/>
        </pc:sldMkLst>
        <pc:spChg chg="mod">
          <ac:chgData name="Hidayaturrahman" userId="b9dd9925-3f63-4f58-a981-e486d2a99324" providerId="ADAL" clId="{4BA1E642-5E44-4E9C-B90D-328DB9CDA86C}" dt="2025-07-02T04:48:58.679" v="1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addSp modSp mod">
        <pc:chgData name="Hidayaturrahman" userId="b9dd9925-3f63-4f58-a981-e486d2a99324" providerId="ADAL" clId="{4BA1E642-5E44-4E9C-B90D-328DB9CDA86C}" dt="2025-07-02T06:03:51.633" v="1026" actId="14100"/>
        <pc:sldMkLst>
          <pc:docMk/>
          <pc:sldMk cId="2766454393" sldId="257"/>
        </pc:sldMkLst>
        <pc:spChg chg="mod">
          <ac:chgData name="Hidayaturrahman" userId="b9dd9925-3f63-4f58-a981-e486d2a99324" providerId="ADAL" clId="{4BA1E642-5E44-4E9C-B90D-328DB9CDA86C}" dt="2025-07-02T06:03:51.633" v="1026" actId="14100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4BA1E642-5E44-4E9C-B90D-328DB9CDA86C}" dt="2025-07-02T06:03:36.065" v="1024" actId="1076"/>
        <pc:sldMkLst>
          <pc:docMk/>
          <pc:sldMk cId="2266460145" sldId="258"/>
        </pc:sldMkLst>
        <pc:spChg chg="mod">
          <ac:chgData name="Hidayaturrahman" userId="b9dd9925-3f63-4f58-a981-e486d2a99324" providerId="ADAL" clId="{4BA1E642-5E44-4E9C-B90D-328DB9CDA86C}" dt="2025-07-02T06:03:36.065" v="1024" actId="1076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4BA1E642-5E44-4E9C-B90D-328DB9CDA86C}" dt="2025-07-02T06:05:08.443" v="1031" actId="20577"/>
        <pc:sldMkLst>
          <pc:docMk/>
          <pc:sldMk cId="3696846054" sldId="272"/>
        </pc:sldMkLst>
        <pc:spChg chg="mod">
          <ac:chgData name="Hidayaturrahman" userId="b9dd9925-3f63-4f58-a981-e486d2a99324" providerId="ADAL" clId="{4BA1E642-5E44-4E9C-B90D-328DB9CDA86C}" dt="2025-07-02T06:05:08.443" v="1031" actId="20577"/>
          <ac:spMkLst>
            <pc:docMk/>
            <pc:sldMk cId="3696846054" sldId="272"/>
            <ac:spMk id="15" creationId="{FC0F9715-3361-3A3E-A4CD-86B721291623}"/>
          </ac:spMkLst>
        </pc:spChg>
      </pc:sldChg>
      <pc:sldChg chg="del">
        <pc:chgData name="Hidayaturrahman" userId="b9dd9925-3f63-4f58-a981-e486d2a99324" providerId="ADAL" clId="{4BA1E642-5E44-4E9C-B90D-328DB9CDA86C}" dt="2025-07-02T04:57:46.378" v="142" actId="47"/>
        <pc:sldMkLst>
          <pc:docMk/>
          <pc:sldMk cId="1504782480" sldId="332"/>
        </pc:sldMkLst>
      </pc:sldChg>
      <pc:sldChg chg="del">
        <pc:chgData name="Hidayaturrahman" userId="b9dd9925-3f63-4f58-a981-e486d2a99324" providerId="ADAL" clId="{4BA1E642-5E44-4E9C-B90D-328DB9CDA86C}" dt="2025-07-02T04:57:47.021" v="145" actId="47"/>
        <pc:sldMkLst>
          <pc:docMk/>
          <pc:sldMk cId="3864873512" sldId="424"/>
        </pc:sldMkLst>
      </pc:sldChg>
      <pc:sldChg chg="del">
        <pc:chgData name="Hidayaturrahman" userId="b9dd9925-3f63-4f58-a981-e486d2a99324" providerId="ADAL" clId="{4BA1E642-5E44-4E9C-B90D-328DB9CDA86C}" dt="2025-07-02T04:57:47.797" v="148" actId="47"/>
        <pc:sldMkLst>
          <pc:docMk/>
          <pc:sldMk cId="296493212" sldId="425"/>
        </pc:sldMkLst>
      </pc:sldChg>
      <pc:sldChg chg="modSp mod">
        <pc:chgData name="Hidayaturrahman" userId="b9dd9925-3f63-4f58-a981-e486d2a99324" providerId="ADAL" clId="{4BA1E642-5E44-4E9C-B90D-328DB9CDA86C}" dt="2025-07-02T04:55:15.945" v="119" actId="20577"/>
        <pc:sldMkLst>
          <pc:docMk/>
          <pc:sldMk cId="507165695" sldId="426"/>
        </pc:sldMkLst>
        <pc:spChg chg="mod">
          <ac:chgData name="Hidayaturrahman" userId="b9dd9925-3f63-4f58-a981-e486d2a99324" providerId="ADAL" clId="{4BA1E642-5E44-4E9C-B90D-328DB9CDA86C}" dt="2025-07-02T04:55:15.945" v="119" actId="20577"/>
          <ac:spMkLst>
            <pc:docMk/>
            <pc:sldMk cId="507165695" sldId="426"/>
            <ac:spMk id="5" creationId="{A44D70B7-48E4-9102-1DC6-891CFF96FCBE}"/>
          </ac:spMkLst>
        </pc:spChg>
      </pc:sldChg>
      <pc:sldChg chg="addSp delSp modSp mod modClrScheme chgLayout">
        <pc:chgData name="Hidayaturrahman" userId="b9dd9925-3f63-4f58-a981-e486d2a99324" providerId="ADAL" clId="{4BA1E642-5E44-4E9C-B90D-328DB9CDA86C}" dt="2025-07-02T05:01:41.075" v="199" actId="1076"/>
        <pc:sldMkLst>
          <pc:docMk/>
          <pc:sldMk cId="2582537815" sldId="428"/>
        </pc:sldMkLst>
        <pc:spChg chg="add mod ord">
          <ac:chgData name="Hidayaturrahman" userId="b9dd9925-3f63-4f58-a981-e486d2a99324" providerId="ADAL" clId="{4BA1E642-5E44-4E9C-B90D-328DB9CDA86C}" dt="2025-07-02T04:58:50.582" v="157" actId="700"/>
          <ac:spMkLst>
            <pc:docMk/>
            <pc:sldMk cId="2582537815" sldId="428"/>
            <ac:spMk id="7" creationId="{CF940C0C-8879-646B-699E-02FBA3AA65F7}"/>
          </ac:spMkLst>
        </pc:spChg>
        <pc:spChg chg="mod ord">
          <ac:chgData name="Hidayaturrahman" userId="b9dd9925-3f63-4f58-a981-e486d2a99324" providerId="ADAL" clId="{4BA1E642-5E44-4E9C-B90D-328DB9CDA86C}" dt="2025-07-02T04:58:50.582" v="157" actId="700"/>
          <ac:spMkLst>
            <pc:docMk/>
            <pc:sldMk cId="2582537815" sldId="428"/>
            <ac:spMk id="13" creationId="{DD226C64-94F4-E110-4BB5-E0B7EF9153A8}"/>
          </ac:spMkLst>
        </pc:spChg>
      </pc:sldChg>
      <pc:sldChg chg="del">
        <pc:chgData name="Hidayaturrahman" userId="b9dd9925-3f63-4f58-a981-e486d2a99324" providerId="ADAL" clId="{4BA1E642-5E44-4E9C-B90D-328DB9CDA86C}" dt="2025-07-02T04:57:46.541" v="143" actId="47"/>
        <pc:sldMkLst>
          <pc:docMk/>
          <pc:sldMk cId="2319421769" sldId="429"/>
        </pc:sldMkLst>
      </pc:sldChg>
      <pc:sldChg chg="del">
        <pc:chgData name="Hidayaturrahman" userId="b9dd9925-3f63-4f58-a981-e486d2a99324" providerId="ADAL" clId="{4BA1E642-5E44-4E9C-B90D-328DB9CDA86C}" dt="2025-07-02T04:57:47.055" v="146" actId="47"/>
        <pc:sldMkLst>
          <pc:docMk/>
          <pc:sldMk cId="4029915504" sldId="430"/>
        </pc:sldMkLst>
      </pc:sldChg>
      <pc:sldChg chg="del">
        <pc:chgData name="Hidayaturrahman" userId="b9dd9925-3f63-4f58-a981-e486d2a99324" providerId="ADAL" clId="{4BA1E642-5E44-4E9C-B90D-328DB9CDA86C}" dt="2025-07-02T04:57:48.376" v="149" actId="47"/>
        <pc:sldMkLst>
          <pc:docMk/>
          <pc:sldMk cId="1807958089" sldId="431"/>
        </pc:sldMkLst>
      </pc:sldChg>
      <pc:sldChg chg="del">
        <pc:chgData name="Hidayaturrahman" userId="b9dd9925-3f63-4f58-a981-e486d2a99324" providerId="ADAL" clId="{4BA1E642-5E44-4E9C-B90D-328DB9CDA86C}" dt="2025-07-02T04:57:45.628" v="140" actId="47"/>
        <pc:sldMkLst>
          <pc:docMk/>
          <pc:sldMk cId="4011698868" sldId="432"/>
        </pc:sldMkLst>
      </pc:sldChg>
      <pc:sldChg chg="del">
        <pc:chgData name="Hidayaturrahman" userId="b9dd9925-3f63-4f58-a981-e486d2a99324" providerId="ADAL" clId="{4BA1E642-5E44-4E9C-B90D-328DB9CDA86C}" dt="2025-07-02T04:57:45.944" v="141" actId="47"/>
        <pc:sldMkLst>
          <pc:docMk/>
          <pc:sldMk cId="3105880266" sldId="433"/>
        </pc:sldMkLst>
      </pc:sldChg>
      <pc:sldChg chg="del">
        <pc:chgData name="Hidayaturrahman" userId="b9dd9925-3f63-4f58-a981-e486d2a99324" providerId="ADAL" clId="{4BA1E642-5E44-4E9C-B90D-328DB9CDA86C}" dt="2025-07-02T04:57:46.689" v="144" actId="47"/>
        <pc:sldMkLst>
          <pc:docMk/>
          <pc:sldMk cId="1447427404" sldId="434"/>
        </pc:sldMkLst>
      </pc:sldChg>
      <pc:sldChg chg="del">
        <pc:chgData name="Hidayaturrahman" userId="b9dd9925-3f63-4f58-a981-e486d2a99324" providerId="ADAL" clId="{4BA1E642-5E44-4E9C-B90D-328DB9CDA86C}" dt="2025-07-02T04:57:47.508" v="147" actId="47"/>
        <pc:sldMkLst>
          <pc:docMk/>
          <pc:sldMk cId="2255222136" sldId="435"/>
        </pc:sldMkLst>
      </pc:sldChg>
      <pc:sldChg chg="del">
        <pc:chgData name="Hidayaturrahman" userId="b9dd9925-3f63-4f58-a981-e486d2a99324" providerId="ADAL" clId="{4BA1E642-5E44-4E9C-B90D-328DB9CDA86C}" dt="2025-07-02T04:57:48.751" v="150" actId="47"/>
        <pc:sldMkLst>
          <pc:docMk/>
          <pc:sldMk cId="138414210" sldId="436"/>
        </pc:sldMkLst>
      </pc:sldChg>
      <pc:sldChg chg="del">
        <pc:chgData name="Hidayaturrahman" userId="b9dd9925-3f63-4f58-a981-e486d2a99324" providerId="ADAL" clId="{4BA1E642-5E44-4E9C-B90D-328DB9CDA86C}" dt="2025-07-02T04:57:48.968" v="151" actId="47"/>
        <pc:sldMkLst>
          <pc:docMk/>
          <pc:sldMk cId="3942810829" sldId="437"/>
        </pc:sldMkLst>
      </pc:sldChg>
      <pc:sldChg chg="del">
        <pc:chgData name="Hidayaturrahman" userId="b9dd9925-3f63-4f58-a981-e486d2a99324" providerId="ADAL" clId="{4BA1E642-5E44-4E9C-B90D-328DB9CDA86C}" dt="2025-07-02T04:57:49.218" v="152" actId="47"/>
        <pc:sldMkLst>
          <pc:docMk/>
          <pc:sldMk cId="3888000005" sldId="438"/>
        </pc:sldMkLst>
      </pc:sldChg>
      <pc:sldChg chg="del">
        <pc:chgData name="Hidayaturrahman" userId="b9dd9925-3f63-4f58-a981-e486d2a99324" providerId="ADAL" clId="{4BA1E642-5E44-4E9C-B90D-328DB9CDA86C}" dt="2025-07-02T05:59:35.429" v="980" actId="47"/>
        <pc:sldMkLst>
          <pc:docMk/>
          <pc:sldMk cId="1299448681" sldId="439"/>
        </pc:sldMkLst>
      </pc:sldChg>
      <pc:sldChg chg="addSp delSp modSp add mod">
        <pc:chgData name="Hidayaturrahman" userId="b9dd9925-3f63-4f58-a981-e486d2a99324" providerId="ADAL" clId="{4BA1E642-5E44-4E9C-B90D-328DB9CDA86C}" dt="2025-07-02T05:04:12.106" v="234" actId="27636"/>
        <pc:sldMkLst>
          <pc:docMk/>
          <pc:sldMk cId="3932654268" sldId="440"/>
        </pc:sldMkLst>
      </pc:sldChg>
      <pc:sldChg chg="addSp delSp modSp add mod">
        <pc:chgData name="Hidayaturrahman" userId="b9dd9925-3f63-4f58-a981-e486d2a99324" providerId="ADAL" clId="{4BA1E642-5E44-4E9C-B90D-328DB9CDA86C}" dt="2025-07-02T05:08:06.575" v="303" actId="1076"/>
        <pc:sldMkLst>
          <pc:docMk/>
          <pc:sldMk cId="2804497852" sldId="441"/>
        </pc:sldMkLst>
      </pc:sldChg>
      <pc:sldChg chg="addSp delSp modSp add mod">
        <pc:chgData name="Hidayaturrahman" userId="b9dd9925-3f63-4f58-a981-e486d2a99324" providerId="ADAL" clId="{4BA1E642-5E44-4E9C-B90D-328DB9CDA86C}" dt="2025-07-02T05:09:28.413" v="313" actId="1076"/>
        <pc:sldMkLst>
          <pc:docMk/>
          <pc:sldMk cId="3385112607" sldId="442"/>
        </pc:sldMkLst>
      </pc:sldChg>
      <pc:sldChg chg="addSp delSp modSp add mod chgLayout">
        <pc:chgData name="Hidayaturrahman" userId="b9dd9925-3f63-4f58-a981-e486d2a99324" providerId="ADAL" clId="{4BA1E642-5E44-4E9C-B90D-328DB9CDA86C}" dt="2025-07-02T05:11:48.284" v="328"/>
        <pc:sldMkLst>
          <pc:docMk/>
          <pc:sldMk cId="1096944229" sldId="443"/>
        </pc:sldMkLst>
      </pc:sldChg>
      <pc:sldChg chg="addSp delSp modSp add mod">
        <pc:chgData name="Hidayaturrahman" userId="b9dd9925-3f63-4f58-a981-e486d2a99324" providerId="ADAL" clId="{4BA1E642-5E44-4E9C-B90D-328DB9CDA86C}" dt="2025-07-02T05:18:01.055" v="389" actId="1076"/>
        <pc:sldMkLst>
          <pc:docMk/>
          <pc:sldMk cId="1065430407" sldId="444"/>
        </pc:sldMkLst>
      </pc:sldChg>
      <pc:sldChg chg="addSp delSp modSp add mod">
        <pc:chgData name="Hidayaturrahman" userId="b9dd9925-3f63-4f58-a981-e486d2a99324" providerId="ADAL" clId="{4BA1E642-5E44-4E9C-B90D-328DB9CDA86C}" dt="2025-07-02T05:20:42.753" v="417" actId="14100"/>
        <pc:sldMkLst>
          <pc:docMk/>
          <pc:sldMk cId="2009239799" sldId="445"/>
        </pc:sldMkLst>
      </pc:sldChg>
      <pc:sldChg chg="addSp delSp modSp add mod">
        <pc:chgData name="Hidayaturrahman" userId="b9dd9925-3f63-4f58-a981-e486d2a99324" providerId="ADAL" clId="{4BA1E642-5E44-4E9C-B90D-328DB9CDA86C}" dt="2025-07-02T05:23:48.834" v="448" actId="1076"/>
        <pc:sldMkLst>
          <pc:docMk/>
          <pc:sldMk cId="1336976836" sldId="446"/>
        </pc:sldMkLst>
      </pc:sldChg>
      <pc:sldChg chg="addSp delSp modSp add mod">
        <pc:chgData name="Hidayaturrahman" userId="b9dd9925-3f63-4f58-a981-e486d2a99324" providerId="ADAL" clId="{4BA1E642-5E44-4E9C-B90D-328DB9CDA86C}" dt="2025-07-02T05:25:20.618" v="458" actId="1076"/>
        <pc:sldMkLst>
          <pc:docMk/>
          <pc:sldMk cId="1208052465" sldId="447"/>
        </pc:sldMkLst>
      </pc:sldChg>
      <pc:sldChg chg="addSp delSp modSp add mod chgLayout">
        <pc:chgData name="Hidayaturrahman" userId="b9dd9925-3f63-4f58-a981-e486d2a99324" providerId="ADAL" clId="{4BA1E642-5E44-4E9C-B90D-328DB9CDA86C}" dt="2025-07-02T05:37:33.566" v="585" actId="12"/>
        <pc:sldMkLst>
          <pc:docMk/>
          <pc:sldMk cId="1778394367" sldId="448"/>
        </pc:sldMkLst>
      </pc:sldChg>
      <pc:sldChg chg="addSp delSp modSp add mod">
        <pc:chgData name="Hidayaturrahman" userId="b9dd9925-3f63-4f58-a981-e486d2a99324" providerId="ADAL" clId="{4BA1E642-5E44-4E9C-B90D-328DB9CDA86C}" dt="2025-07-02T05:37:56.220" v="587" actId="20577"/>
        <pc:sldMkLst>
          <pc:docMk/>
          <pc:sldMk cId="4031760420" sldId="449"/>
        </pc:sldMkLst>
      </pc:sldChg>
      <pc:sldChg chg="addSp delSp modSp add mod chgLayout">
        <pc:chgData name="Hidayaturrahman" userId="b9dd9925-3f63-4f58-a981-e486d2a99324" providerId="ADAL" clId="{4BA1E642-5E44-4E9C-B90D-328DB9CDA86C}" dt="2025-07-02T05:38:09.781" v="589" actId="207"/>
        <pc:sldMkLst>
          <pc:docMk/>
          <pc:sldMk cId="2914405282" sldId="450"/>
        </pc:sldMkLst>
      </pc:sldChg>
      <pc:sldChg chg="addSp delSp modSp add mod">
        <pc:chgData name="Hidayaturrahman" userId="b9dd9925-3f63-4f58-a981-e486d2a99324" providerId="ADAL" clId="{4BA1E642-5E44-4E9C-B90D-328DB9CDA86C}" dt="2025-07-02T05:40:28.656" v="613" actId="27636"/>
        <pc:sldMkLst>
          <pc:docMk/>
          <pc:sldMk cId="2340074673" sldId="451"/>
        </pc:sldMkLst>
      </pc:sldChg>
      <pc:sldChg chg="addSp delSp modSp add mod">
        <pc:chgData name="Hidayaturrahman" userId="b9dd9925-3f63-4f58-a981-e486d2a99324" providerId="ADAL" clId="{4BA1E642-5E44-4E9C-B90D-328DB9CDA86C}" dt="2025-07-02T05:41:39.635" v="638" actId="1076"/>
        <pc:sldMkLst>
          <pc:docMk/>
          <pc:sldMk cId="1385675997" sldId="452"/>
        </pc:sldMkLst>
      </pc:sldChg>
      <pc:sldChg chg="addSp delSp modSp add mod">
        <pc:chgData name="Hidayaturrahman" userId="b9dd9925-3f63-4f58-a981-e486d2a99324" providerId="ADAL" clId="{4BA1E642-5E44-4E9C-B90D-328DB9CDA86C}" dt="2025-07-02T05:43:47.917" v="674" actId="14100"/>
        <pc:sldMkLst>
          <pc:docMk/>
          <pc:sldMk cId="1943011110" sldId="453"/>
        </pc:sldMkLst>
      </pc:sldChg>
      <pc:sldChg chg="addSp delSp modSp add mod">
        <pc:chgData name="Hidayaturrahman" userId="b9dd9925-3f63-4f58-a981-e486d2a99324" providerId="ADAL" clId="{4BA1E642-5E44-4E9C-B90D-328DB9CDA86C}" dt="2025-07-02T05:45:48.049" v="679" actId="1076"/>
        <pc:sldMkLst>
          <pc:docMk/>
          <pc:sldMk cId="1966777428" sldId="454"/>
        </pc:sldMkLst>
      </pc:sldChg>
      <pc:sldChg chg="addSp delSp modSp add">
        <pc:chgData name="Hidayaturrahman" userId="b9dd9925-3f63-4f58-a981-e486d2a99324" providerId="ADAL" clId="{4BA1E642-5E44-4E9C-B90D-328DB9CDA86C}" dt="2025-07-02T05:46:09.707" v="683" actId="1076"/>
        <pc:sldMkLst>
          <pc:docMk/>
          <pc:sldMk cId="810577793" sldId="455"/>
        </pc:sldMkLst>
      </pc:sldChg>
      <pc:sldChg chg="addSp delSp modSp add mod chgLayout">
        <pc:chgData name="Hidayaturrahman" userId="b9dd9925-3f63-4f58-a981-e486d2a99324" providerId="ADAL" clId="{4BA1E642-5E44-4E9C-B90D-328DB9CDA86C}" dt="2025-07-02T05:49:33.797" v="705" actId="14100"/>
        <pc:sldMkLst>
          <pc:docMk/>
          <pc:sldMk cId="546558307" sldId="456"/>
        </pc:sldMkLst>
      </pc:sldChg>
      <pc:sldChg chg="addSp delSp modSp add mod">
        <pc:chgData name="Hidayaturrahman" userId="b9dd9925-3f63-4f58-a981-e486d2a99324" providerId="ADAL" clId="{4BA1E642-5E44-4E9C-B90D-328DB9CDA86C}" dt="2025-07-02T05:51:07.620" v="734" actId="1076"/>
        <pc:sldMkLst>
          <pc:docMk/>
          <pc:sldMk cId="12055973" sldId="457"/>
        </pc:sldMkLst>
      </pc:sldChg>
      <pc:sldChg chg="addSp delSp modSp add mod">
        <pc:chgData name="Hidayaturrahman" userId="b9dd9925-3f63-4f58-a981-e486d2a99324" providerId="ADAL" clId="{4BA1E642-5E44-4E9C-B90D-328DB9CDA86C}" dt="2025-07-02T05:52:06.967" v="746" actId="1076"/>
        <pc:sldMkLst>
          <pc:docMk/>
          <pc:sldMk cId="305119360" sldId="458"/>
        </pc:sldMkLst>
      </pc:sldChg>
      <pc:sldChg chg="addSp delSp modSp add mod chgLayout">
        <pc:chgData name="Hidayaturrahman" userId="b9dd9925-3f63-4f58-a981-e486d2a99324" providerId="ADAL" clId="{4BA1E642-5E44-4E9C-B90D-328DB9CDA86C}" dt="2025-07-02T05:53:01.655" v="761"/>
        <pc:sldMkLst>
          <pc:docMk/>
          <pc:sldMk cId="1812636630" sldId="459"/>
        </pc:sldMkLst>
      </pc:sldChg>
      <pc:sldChg chg="addSp delSp modSp new mod ord">
        <pc:chgData name="Hidayaturrahman" userId="b9dd9925-3f63-4f58-a981-e486d2a99324" providerId="ADAL" clId="{4BA1E642-5E44-4E9C-B90D-328DB9CDA86C}" dt="2025-07-02T05:59:21.582" v="977"/>
        <pc:sldMkLst>
          <pc:docMk/>
          <pc:sldMk cId="3930543394" sldId="460"/>
        </pc:sldMkLst>
        <pc:spChg chg="mod">
          <ac:chgData name="Hidayaturrahman" userId="b9dd9925-3f63-4f58-a981-e486d2a99324" providerId="ADAL" clId="{4BA1E642-5E44-4E9C-B90D-328DB9CDA86C}" dt="2025-07-02T05:53:39.267" v="764" actId="27636"/>
          <ac:spMkLst>
            <pc:docMk/>
            <pc:sldMk cId="3930543394" sldId="460"/>
            <ac:spMk id="2" creationId="{FF05BF9C-3EA7-37EC-216F-4A3BF43AD349}"/>
          </ac:spMkLst>
        </pc:spChg>
        <pc:spChg chg="add del mod">
          <ac:chgData name="Hidayaturrahman" userId="b9dd9925-3f63-4f58-a981-e486d2a99324" providerId="ADAL" clId="{4BA1E642-5E44-4E9C-B90D-328DB9CDA86C}" dt="2025-07-02T05:54:07.211" v="776" actId="20577"/>
          <ac:spMkLst>
            <pc:docMk/>
            <pc:sldMk cId="3930543394" sldId="460"/>
            <ac:spMk id="6" creationId="{3E2563AC-1234-2E12-38E6-11B67C3993EE}"/>
          </ac:spMkLst>
        </pc:spChg>
      </pc:sldChg>
      <pc:sldChg chg="modSp new mod ord">
        <pc:chgData name="Hidayaturrahman" userId="b9dd9925-3f63-4f58-a981-e486d2a99324" providerId="ADAL" clId="{4BA1E642-5E44-4E9C-B90D-328DB9CDA86C}" dt="2025-07-02T05:59:26.844" v="979"/>
        <pc:sldMkLst>
          <pc:docMk/>
          <pc:sldMk cId="2695604728" sldId="461"/>
        </pc:sldMkLst>
      </pc:sldChg>
      <pc:sldChg chg="addSp delSp modSp add mod">
        <pc:chgData name="Hidayaturrahman" userId="b9dd9925-3f63-4f58-a981-e486d2a99324" providerId="ADAL" clId="{4BA1E642-5E44-4E9C-B90D-328DB9CDA86C}" dt="2025-07-02T05:57:01.622" v="833" actId="14100"/>
        <pc:sldMkLst>
          <pc:docMk/>
          <pc:sldMk cId="517921813" sldId="462"/>
        </pc:sldMkLst>
      </pc:sldChg>
      <pc:sldChg chg="addSp delSp modSp add mod">
        <pc:chgData name="Hidayaturrahman" userId="b9dd9925-3f63-4f58-a981-e486d2a99324" providerId="ADAL" clId="{4BA1E642-5E44-4E9C-B90D-328DB9CDA86C}" dt="2025-07-02T05:57:11.338" v="834" actId="255"/>
        <pc:sldMkLst>
          <pc:docMk/>
          <pc:sldMk cId="4209546255" sldId="463"/>
        </pc:sldMkLst>
      </pc:sldChg>
      <pc:sldChg chg="addSp delSp modSp add mod">
        <pc:chgData name="Hidayaturrahman" userId="b9dd9925-3f63-4f58-a981-e486d2a99324" providerId="ADAL" clId="{4BA1E642-5E44-4E9C-B90D-328DB9CDA86C}" dt="2025-07-02T05:58:09.851" v="860" actId="2710"/>
        <pc:sldMkLst>
          <pc:docMk/>
          <pc:sldMk cId="3647258916" sldId="464"/>
        </pc:sldMkLst>
      </pc:sldChg>
      <pc:sldChg chg="modSp add mod">
        <pc:chgData name="Hidayaturrahman" userId="b9dd9925-3f63-4f58-a981-e486d2a99324" providerId="ADAL" clId="{4BA1E642-5E44-4E9C-B90D-328DB9CDA86C}" dt="2025-07-02T05:59:05.994" v="975" actId="20577"/>
        <pc:sldMkLst>
          <pc:docMk/>
          <pc:sldMk cId="3614922831" sldId="465"/>
        </pc:sldMkLst>
      </pc:sldChg>
      <pc:sldMasterChg chg="addSldLayout modSldLayout">
        <pc:chgData name="Hidayaturrahman" userId="b9dd9925-3f63-4f58-a981-e486d2a99324" providerId="ADAL" clId="{4BA1E642-5E44-4E9C-B90D-328DB9CDA86C}" dt="2025-07-02T04:57:22.308" v="137" actId="11529"/>
        <pc:sldMasterMkLst>
          <pc:docMk/>
          <pc:sldMasterMk cId="0" sldId="2147483648"/>
        </pc:sldMasterMkLst>
        <pc:sldLayoutChg chg="addSp delSp modSp add mod modTransition">
          <pc:chgData name="Hidayaturrahman" userId="b9dd9925-3f63-4f58-a981-e486d2a99324" providerId="ADAL" clId="{4BA1E642-5E44-4E9C-B90D-328DB9CDA86C}" dt="2025-07-02T04:57:22.308" v="137" actId="11529"/>
          <pc:sldLayoutMkLst>
            <pc:docMk/>
            <pc:sldMasterMk cId="0" sldId="2147483648"/>
            <pc:sldLayoutMk cId="145359860" sldId="2147483689"/>
          </pc:sldLayoutMkLst>
          <pc:spChg chg="add mod">
            <ac:chgData name="Hidayaturrahman" userId="b9dd9925-3f63-4f58-a981-e486d2a99324" providerId="ADAL" clId="{4BA1E642-5E44-4E9C-B90D-328DB9CDA86C}" dt="2025-07-02T04:56:52.480" v="136" actId="11529"/>
            <ac:spMkLst>
              <pc:docMk/>
              <pc:sldMasterMk cId="0" sldId="2147483648"/>
              <pc:sldLayoutMk cId="145359860" sldId="2147483689"/>
              <ac:spMk id="20" creationId="{9C4D141A-ECFC-3614-DF4E-335C43F97A93}"/>
            </ac:spMkLst>
          </pc:spChg>
          <pc:spChg chg="add mod">
            <ac:chgData name="Hidayaturrahman" userId="b9dd9925-3f63-4f58-a981-e486d2a99324" providerId="ADAL" clId="{4BA1E642-5E44-4E9C-B90D-328DB9CDA86C}" dt="2025-07-02T04:57:22.308" v="137" actId="11529"/>
            <ac:spMkLst>
              <pc:docMk/>
              <pc:sldMasterMk cId="0" sldId="2147483648"/>
              <pc:sldLayoutMk cId="145359860" sldId="2147483689"/>
              <ac:spMk id="23" creationId="{CFDD1F53-773A-855A-4B42-9CE715946E5B}"/>
            </ac:spMkLst>
          </pc:spChg>
        </pc:sldLayoutChg>
      </pc:sldMasterChg>
    </pc:docChg>
  </pc:docChgLst>
  <pc:docChgLst>
    <pc:chgData name="Hidayaturrahman" userId="b9dd9925-3f63-4f58-a981-e486d2a99324" providerId="ADAL" clId="{2C5B828D-0AB9-4B0B-9B76-2B98BE844324}"/>
    <pc:docChg chg="undo custSel addSld delSld modSld sldOrd">
      <pc:chgData name="Hidayaturrahman" userId="b9dd9925-3f63-4f58-a981-e486d2a99324" providerId="ADAL" clId="{2C5B828D-0AB9-4B0B-9B76-2B98BE844324}" dt="2025-07-03T03:20:19.081" v="468" actId="20577"/>
      <pc:docMkLst>
        <pc:docMk/>
      </pc:docMkLst>
      <pc:sldChg chg="modSp mod">
        <pc:chgData name="Hidayaturrahman" userId="b9dd9925-3f63-4f58-a981-e486d2a99324" providerId="ADAL" clId="{2C5B828D-0AB9-4B0B-9B76-2B98BE844324}" dt="2025-07-03T02:40:52.965" v="5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2C5B828D-0AB9-4B0B-9B76-2B98BE844324}" dt="2025-07-03T02:40:49.824" v="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2C5B828D-0AB9-4B0B-9B76-2B98BE844324}" dt="2025-07-03T02:40:52.965" v="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2C5B828D-0AB9-4B0B-9B76-2B98BE844324}" dt="2025-07-03T02:41:26.003" v="15" actId="20577"/>
        <pc:sldMkLst>
          <pc:docMk/>
          <pc:sldMk cId="2266460145" sldId="258"/>
        </pc:sldMkLst>
        <pc:spChg chg="mod">
          <ac:chgData name="Hidayaturrahman" userId="b9dd9925-3f63-4f58-a981-e486d2a99324" providerId="ADAL" clId="{2C5B828D-0AB9-4B0B-9B76-2B98BE844324}" dt="2025-07-03T02:41:26.003" v="15" actId="20577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2C5B828D-0AB9-4B0B-9B76-2B98BE844324}" dt="2025-07-03T03:20:19.081" v="468" actId="20577"/>
        <pc:sldMkLst>
          <pc:docMk/>
          <pc:sldMk cId="3696846054" sldId="272"/>
        </pc:sldMkLst>
        <pc:spChg chg="mod">
          <ac:chgData name="Hidayaturrahman" userId="b9dd9925-3f63-4f58-a981-e486d2a99324" providerId="ADAL" clId="{2C5B828D-0AB9-4B0B-9B76-2B98BE844324}" dt="2025-07-03T03:20:19.081" v="468" actId="20577"/>
          <ac:spMkLst>
            <pc:docMk/>
            <pc:sldMk cId="3696846054" sldId="272"/>
            <ac:spMk id="15" creationId="{FC0F9715-3361-3A3E-A4CD-86B721291623}"/>
          </ac:spMkLst>
        </pc:spChg>
      </pc:sldChg>
      <pc:sldChg chg="addSp delSp modSp mod">
        <pc:chgData name="Hidayaturrahman" userId="b9dd9925-3f63-4f58-a981-e486d2a99324" providerId="ADAL" clId="{2C5B828D-0AB9-4B0B-9B76-2B98BE844324}" dt="2025-07-03T02:43:13.552" v="30" actId="1076"/>
        <pc:sldMkLst>
          <pc:docMk/>
          <pc:sldMk cId="2582537815" sldId="428"/>
        </pc:sldMkLst>
        <pc:spChg chg="add del mod">
          <ac:chgData name="Hidayaturrahman" userId="b9dd9925-3f63-4f58-a981-e486d2a99324" providerId="ADAL" clId="{2C5B828D-0AB9-4B0B-9B76-2B98BE844324}" dt="2025-07-03T02:42:51.175" v="25" actId="478"/>
          <ac:spMkLst>
            <pc:docMk/>
            <pc:sldMk cId="2582537815" sldId="428"/>
            <ac:spMk id="2" creationId="{28AE475B-5EB6-8A52-0994-0A3986A7D5A0}"/>
          </ac:spMkLst>
        </pc:spChg>
        <pc:spChg chg="mod">
          <ac:chgData name="Hidayaturrahman" userId="b9dd9925-3f63-4f58-a981-e486d2a99324" providerId="ADAL" clId="{2C5B828D-0AB9-4B0B-9B76-2B98BE844324}" dt="2025-07-03T02:42:08.819" v="23" actId="20577"/>
          <ac:spMkLst>
            <pc:docMk/>
            <pc:sldMk cId="2582537815" sldId="428"/>
            <ac:spMk id="8" creationId="{A9C14B56-65DF-0B90-045F-CE5FB60FB502}"/>
          </ac:spMkLst>
        </pc:spChg>
        <pc:spChg chg="mod">
          <ac:chgData name="Hidayaturrahman" userId="b9dd9925-3f63-4f58-a981-e486d2a99324" providerId="ADAL" clId="{2C5B828D-0AB9-4B0B-9B76-2B98BE844324}" dt="2025-07-03T02:41:53.425" v="17"/>
          <ac:spMkLst>
            <pc:docMk/>
            <pc:sldMk cId="2582537815" sldId="428"/>
            <ac:spMk id="13" creationId="{DD226C64-94F4-E110-4BB5-E0B7EF9153A8}"/>
          </ac:spMkLst>
        </pc:spChg>
        <pc:picChg chg="add mod">
          <ac:chgData name="Hidayaturrahman" userId="b9dd9925-3f63-4f58-a981-e486d2a99324" providerId="ADAL" clId="{2C5B828D-0AB9-4B0B-9B76-2B98BE844324}" dt="2025-07-03T02:43:13.552" v="30" actId="1076"/>
          <ac:picMkLst>
            <pc:docMk/>
            <pc:sldMk cId="2582537815" sldId="428"/>
            <ac:picMk id="3" creationId="{94DC4D21-0C72-877F-0773-000EC3BA79FB}"/>
          </ac:picMkLst>
        </pc:picChg>
        <pc:picChg chg="del">
          <ac:chgData name="Hidayaturrahman" userId="b9dd9925-3f63-4f58-a981-e486d2a99324" providerId="ADAL" clId="{2C5B828D-0AB9-4B0B-9B76-2B98BE844324}" dt="2025-07-03T02:42:48.102" v="24" actId="478"/>
          <ac:picMkLst>
            <pc:docMk/>
            <pc:sldMk cId="2582537815" sldId="428"/>
            <ac:picMk id="1026" creationId="{4009BC23-E8CF-B825-2158-DB49FBA83CEE}"/>
          </ac:picMkLst>
        </pc:picChg>
      </pc:sldChg>
      <pc:sldChg chg="modSp mod">
        <pc:chgData name="Hidayaturrahman" userId="b9dd9925-3f63-4f58-a981-e486d2a99324" providerId="ADAL" clId="{2C5B828D-0AB9-4B0B-9B76-2B98BE844324}" dt="2025-07-03T03:19:44.633" v="460"/>
        <pc:sldMkLst>
          <pc:docMk/>
          <pc:sldMk cId="3930543394" sldId="460"/>
        </pc:sldMkLst>
        <pc:spChg chg="mod">
          <ac:chgData name="Hidayaturrahman" userId="b9dd9925-3f63-4f58-a981-e486d2a99324" providerId="ADAL" clId="{2C5B828D-0AB9-4B0B-9B76-2B98BE844324}" dt="2025-07-03T03:19:44.633" v="460"/>
          <ac:spMkLst>
            <pc:docMk/>
            <pc:sldMk cId="3930543394" sldId="460"/>
            <ac:spMk id="6" creationId="{3E2563AC-1234-2E12-38E6-11B67C3993EE}"/>
          </ac:spMkLst>
        </pc:spChg>
      </pc:sldChg>
      <pc:sldChg chg="del">
        <pc:chgData name="Hidayaturrahman" userId="b9dd9925-3f63-4f58-a981-e486d2a99324" providerId="ADAL" clId="{2C5B828D-0AB9-4B0B-9B76-2B98BE844324}" dt="2025-07-03T02:43:21.073" v="32" actId="47"/>
        <pc:sldMkLst>
          <pc:docMk/>
          <pc:sldMk cId="679764953" sldId="466"/>
        </pc:sldMkLst>
      </pc:sldChg>
      <pc:sldChg chg="modSp">
        <pc:chgData name="Hidayaturrahman" userId="b9dd9925-3f63-4f58-a981-e486d2a99324" providerId="ADAL" clId="{2C5B828D-0AB9-4B0B-9B76-2B98BE844324}" dt="2025-07-03T02:41:41.618" v="16"/>
        <pc:sldMkLst>
          <pc:docMk/>
          <pc:sldMk cId="3527507550" sldId="474"/>
        </pc:sldMkLst>
        <pc:spChg chg="mod">
          <ac:chgData name="Hidayaturrahman" userId="b9dd9925-3f63-4f58-a981-e486d2a99324" providerId="ADAL" clId="{2C5B828D-0AB9-4B0B-9B76-2B98BE844324}" dt="2025-07-03T02:41:41.618" v="16"/>
          <ac:spMkLst>
            <pc:docMk/>
            <pc:sldMk cId="3527507550" sldId="474"/>
            <ac:spMk id="2" creationId="{F672DF31-619B-B1D4-D309-562C411550AB}"/>
          </ac:spMkLst>
        </pc:spChg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1714485013" sldId="475"/>
        </pc:sldMkLst>
      </pc:sldChg>
      <pc:sldChg chg="addSp delSp modSp new mod">
        <pc:chgData name="Hidayaturrahman" userId="b9dd9925-3f63-4f58-a981-e486d2a99324" providerId="ADAL" clId="{2C5B828D-0AB9-4B0B-9B76-2B98BE844324}" dt="2025-07-03T02:44:37.495" v="57" actId="1076"/>
        <pc:sldMkLst>
          <pc:docMk/>
          <pc:sldMk cId="2731827828" sldId="475"/>
        </pc:sldMkLst>
        <pc:spChg chg="mod">
          <ac:chgData name="Hidayaturrahman" userId="b9dd9925-3f63-4f58-a981-e486d2a99324" providerId="ADAL" clId="{2C5B828D-0AB9-4B0B-9B76-2B98BE844324}" dt="2025-07-03T02:43:52.819" v="42" actId="27636"/>
          <ac:spMkLst>
            <pc:docMk/>
            <pc:sldMk cId="2731827828" sldId="475"/>
            <ac:spMk id="2" creationId="{F02122F4-3531-AF13-9C1F-37E33D2BC563}"/>
          </ac:spMkLst>
        </pc:spChg>
        <pc:spChg chg="del">
          <ac:chgData name="Hidayaturrahman" userId="b9dd9925-3f63-4f58-a981-e486d2a99324" providerId="ADAL" clId="{2C5B828D-0AB9-4B0B-9B76-2B98BE844324}" dt="2025-07-03T02:43:58.573" v="43"/>
          <ac:spMkLst>
            <pc:docMk/>
            <pc:sldMk cId="2731827828" sldId="475"/>
            <ac:spMk id="4" creationId="{16687DA3-3650-89D6-7A69-628A1C1B8D7D}"/>
          </ac:spMkLst>
        </pc:spChg>
        <pc:spChg chg="del">
          <ac:chgData name="Hidayaturrahman" userId="b9dd9925-3f63-4f58-a981-e486d2a99324" providerId="ADAL" clId="{2C5B828D-0AB9-4B0B-9B76-2B98BE844324}" dt="2025-07-03T02:44:30.437" v="53" actId="478"/>
          <ac:spMkLst>
            <pc:docMk/>
            <pc:sldMk cId="2731827828" sldId="475"/>
            <ac:spMk id="5" creationId="{E5DF0FBE-DD90-5970-5DD6-329961B774F4}"/>
          </ac:spMkLst>
        </pc:spChg>
        <pc:spChg chg="add mod">
          <ac:chgData name="Hidayaturrahman" userId="b9dd9925-3f63-4f58-a981-e486d2a99324" providerId="ADAL" clId="{2C5B828D-0AB9-4B0B-9B76-2B98BE844324}" dt="2025-07-03T02:44:06.889" v="52" actId="12"/>
          <ac:spMkLst>
            <pc:docMk/>
            <pc:sldMk cId="2731827828" sldId="475"/>
            <ac:spMk id="6" creationId="{1AF76C72-ECBF-C6C2-4921-B93F099EFDC6}"/>
          </ac:spMkLst>
        </pc:spChg>
        <pc:picChg chg="add mod">
          <ac:chgData name="Hidayaturrahman" userId="b9dd9925-3f63-4f58-a981-e486d2a99324" providerId="ADAL" clId="{2C5B828D-0AB9-4B0B-9B76-2B98BE844324}" dt="2025-07-03T02:44:37.495" v="57" actId="1076"/>
          <ac:picMkLst>
            <pc:docMk/>
            <pc:sldMk cId="2731827828" sldId="475"/>
            <ac:picMk id="2051" creationId="{ECFF526A-3A9E-9003-C244-F1DE8322032E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2:48:05.515" v="85" actId="1076"/>
        <pc:sldMkLst>
          <pc:docMk/>
          <pc:sldMk cId="3554553219" sldId="476"/>
        </pc:sldMkLst>
        <pc:spChg chg="mod">
          <ac:chgData name="Hidayaturrahman" userId="b9dd9925-3f63-4f58-a981-e486d2a99324" providerId="ADAL" clId="{2C5B828D-0AB9-4B0B-9B76-2B98BE844324}" dt="2025-07-03T02:45:19.233" v="62"/>
          <ac:spMkLst>
            <pc:docMk/>
            <pc:sldMk cId="3554553219" sldId="476"/>
            <ac:spMk id="2" creationId="{A82E0717-8EA0-C452-3141-A6008E118560}"/>
          </ac:spMkLst>
        </pc:spChg>
        <pc:spChg chg="del">
          <ac:chgData name="Hidayaturrahman" userId="b9dd9925-3f63-4f58-a981-e486d2a99324" providerId="ADAL" clId="{2C5B828D-0AB9-4B0B-9B76-2B98BE844324}" dt="2025-07-03T02:45:30.685" v="63"/>
          <ac:spMkLst>
            <pc:docMk/>
            <pc:sldMk cId="3554553219" sldId="476"/>
            <ac:spMk id="4" creationId="{FDD7C48A-EC52-BF31-0604-F9105EBC1B1B}"/>
          </ac:spMkLst>
        </pc:spChg>
        <pc:spChg chg="del">
          <ac:chgData name="Hidayaturrahman" userId="b9dd9925-3f63-4f58-a981-e486d2a99324" providerId="ADAL" clId="{2C5B828D-0AB9-4B0B-9B76-2B98BE844324}" dt="2025-07-03T02:47:29.226" v="80" actId="478"/>
          <ac:spMkLst>
            <pc:docMk/>
            <pc:sldMk cId="3554553219" sldId="476"/>
            <ac:spMk id="5" creationId="{2202E858-E573-3833-462C-AC9E842B8D27}"/>
          </ac:spMkLst>
        </pc:spChg>
        <pc:spChg chg="add mod">
          <ac:chgData name="Hidayaturrahman" userId="b9dd9925-3f63-4f58-a981-e486d2a99324" providerId="ADAL" clId="{2C5B828D-0AB9-4B0B-9B76-2B98BE844324}" dt="2025-07-03T02:48:03.450" v="84" actId="1076"/>
          <ac:spMkLst>
            <pc:docMk/>
            <pc:sldMk cId="3554553219" sldId="476"/>
            <ac:spMk id="6" creationId="{6AD0B142-5D71-E188-112C-3748B154A2C5}"/>
          </ac:spMkLst>
        </pc:spChg>
        <pc:picChg chg="add mod">
          <ac:chgData name="Hidayaturrahman" userId="b9dd9925-3f63-4f58-a981-e486d2a99324" providerId="ADAL" clId="{2C5B828D-0AB9-4B0B-9B76-2B98BE844324}" dt="2025-07-03T02:48:05.515" v="85" actId="1076"/>
          <ac:picMkLst>
            <pc:docMk/>
            <pc:sldMk cId="3554553219" sldId="476"/>
            <ac:picMk id="3075" creationId="{2042185B-9D35-F14F-87DA-D9E0A2B0FE29}"/>
          </ac:picMkLst>
        </pc:picChg>
      </pc:sldChg>
      <pc:sldChg chg="modSp new">
        <pc:chgData name="Hidayaturrahman" userId="b9dd9925-3f63-4f58-a981-e486d2a99324" providerId="ADAL" clId="{2C5B828D-0AB9-4B0B-9B76-2B98BE844324}" dt="2025-07-03T02:45:07.658" v="60"/>
        <pc:sldMkLst>
          <pc:docMk/>
          <pc:sldMk cId="353213898" sldId="477"/>
        </pc:sldMkLst>
        <pc:spChg chg="mod">
          <ac:chgData name="Hidayaturrahman" userId="b9dd9925-3f63-4f58-a981-e486d2a99324" providerId="ADAL" clId="{2C5B828D-0AB9-4B0B-9B76-2B98BE844324}" dt="2025-07-03T02:45:07.658" v="60"/>
          <ac:spMkLst>
            <pc:docMk/>
            <pc:sldMk cId="353213898" sldId="477"/>
            <ac:spMk id="2" creationId="{F1B087B9-F107-E535-FDD4-DD97E52CE05D}"/>
          </ac:spMkLst>
        </pc:spChg>
      </pc:sldChg>
      <pc:sldChg chg="addSp delSp modSp new mod">
        <pc:chgData name="Hidayaturrahman" userId="b9dd9925-3f63-4f58-a981-e486d2a99324" providerId="ADAL" clId="{2C5B828D-0AB9-4B0B-9B76-2B98BE844324}" dt="2025-07-03T02:49:30.001" v="108" actId="1076"/>
        <pc:sldMkLst>
          <pc:docMk/>
          <pc:sldMk cId="295394709" sldId="478"/>
        </pc:sldMkLst>
        <pc:spChg chg="mod">
          <ac:chgData name="Hidayaturrahman" userId="b9dd9925-3f63-4f58-a981-e486d2a99324" providerId="ADAL" clId="{2C5B828D-0AB9-4B0B-9B76-2B98BE844324}" dt="2025-07-03T02:48:34.138" v="88" actId="27636"/>
          <ac:spMkLst>
            <pc:docMk/>
            <pc:sldMk cId="295394709" sldId="478"/>
            <ac:spMk id="2" creationId="{CC3B94E0-C660-6F13-5D0D-9AB7BC8E499D}"/>
          </ac:spMkLst>
        </pc:spChg>
        <pc:spChg chg="del">
          <ac:chgData name="Hidayaturrahman" userId="b9dd9925-3f63-4f58-a981-e486d2a99324" providerId="ADAL" clId="{2C5B828D-0AB9-4B0B-9B76-2B98BE844324}" dt="2025-07-03T02:48:39.328" v="89"/>
          <ac:spMkLst>
            <pc:docMk/>
            <pc:sldMk cId="295394709" sldId="478"/>
            <ac:spMk id="4" creationId="{7DB046BA-5A3D-C2F7-0272-7F939E1D2FE7}"/>
          </ac:spMkLst>
        </pc:spChg>
        <pc:spChg chg="del">
          <ac:chgData name="Hidayaturrahman" userId="b9dd9925-3f63-4f58-a981-e486d2a99324" providerId="ADAL" clId="{2C5B828D-0AB9-4B0B-9B76-2B98BE844324}" dt="2025-07-03T02:49:08.138" v="99" actId="478"/>
          <ac:spMkLst>
            <pc:docMk/>
            <pc:sldMk cId="295394709" sldId="478"/>
            <ac:spMk id="5" creationId="{16498DF6-15C3-2F88-77F0-913DC5A58D0A}"/>
          </ac:spMkLst>
        </pc:spChg>
        <pc:spChg chg="add mod">
          <ac:chgData name="Hidayaturrahman" userId="b9dd9925-3f63-4f58-a981-e486d2a99324" providerId="ADAL" clId="{2C5B828D-0AB9-4B0B-9B76-2B98BE844324}" dt="2025-07-03T02:49:27.805" v="107" actId="1076"/>
          <ac:spMkLst>
            <pc:docMk/>
            <pc:sldMk cId="295394709" sldId="478"/>
            <ac:spMk id="6" creationId="{CBD4A28D-749D-4F55-3E3C-E0EF2A1669FF}"/>
          </ac:spMkLst>
        </pc:spChg>
        <pc:picChg chg="add mod">
          <ac:chgData name="Hidayaturrahman" userId="b9dd9925-3f63-4f58-a981-e486d2a99324" providerId="ADAL" clId="{2C5B828D-0AB9-4B0B-9B76-2B98BE844324}" dt="2025-07-03T02:49:30.001" v="108" actId="1076"/>
          <ac:picMkLst>
            <pc:docMk/>
            <pc:sldMk cId="295394709" sldId="478"/>
            <ac:picMk id="4099" creationId="{6335264F-9F13-3C61-EDC0-01EDA1967165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2:52:14.606" v="125" actId="14100"/>
        <pc:sldMkLst>
          <pc:docMk/>
          <pc:sldMk cId="1266976238" sldId="479"/>
        </pc:sldMkLst>
        <pc:spChg chg="mod">
          <ac:chgData name="Hidayaturrahman" userId="b9dd9925-3f63-4f58-a981-e486d2a99324" providerId="ADAL" clId="{2C5B828D-0AB9-4B0B-9B76-2B98BE844324}" dt="2025-07-03T02:51:32.017" v="111" actId="27636"/>
          <ac:spMkLst>
            <pc:docMk/>
            <pc:sldMk cId="1266976238" sldId="479"/>
            <ac:spMk id="2" creationId="{C9DFB313-E6B0-A4E5-2D11-FC8B56A137EC}"/>
          </ac:spMkLst>
        </pc:spChg>
        <pc:spChg chg="del">
          <ac:chgData name="Hidayaturrahman" userId="b9dd9925-3f63-4f58-a981-e486d2a99324" providerId="ADAL" clId="{2C5B828D-0AB9-4B0B-9B76-2B98BE844324}" dt="2025-07-03T02:51:38.392" v="112"/>
          <ac:spMkLst>
            <pc:docMk/>
            <pc:sldMk cId="1266976238" sldId="479"/>
            <ac:spMk id="4" creationId="{95E1474A-8DB9-F734-16DF-3B603BAB8660}"/>
          </ac:spMkLst>
        </pc:spChg>
        <pc:spChg chg="del">
          <ac:chgData name="Hidayaturrahman" userId="b9dd9925-3f63-4f58-a981-e486d2a99324" providerId="ADAL" clId="{2C5B828D-0AB9-4B0B-9B76-2B98BE844324}" dt="2025-07-03T02:52:07.951" v="122" actId="478"/>
          <ac:spMkLst>
            <pc:docMk/>
            <pc:sldMk cId="1266976238" sldId="479"/>
            <ac:spMk id="5" creationId="{B96DDF35-CE97-C14F-800B-6FB48014D5E3}"/>
          </ac:spMkLst>
        </pc:spChg>
        <pc:spChg chg="add mod">
          <ac:chgData name="Hidayaturrahman" userId="b9dd9925-3f63-4f58-a981-e486d2a99324" providerId="ADAL" clId="{2C5B828D-0AB9-4B0B-9B76-2B98BE844324}" dt="2025-07-03T02:51:44.750" v="121" actId="12"/>
          <ac:spMkLst>
            <pc:docMk/>
            <pc:sldMk cId="1266976238" sldId="479"/>
            <ac:spMk id="6" creationId="{53AF8101-77E7-5D7F-3588-1CCFAA04E4F2}"/>
          </ac:spMkLst>
        </pc:spChg>
        <pc:picChg chg="add mod">
          <ac:chgData name="Hidayaturrahman" userId="b9dd9925-3f63-4f58-a981-e486d2a99324" providerId="ADAL" clId="{2C5B828D-0AB9-4B0B-9B76-2B98BE844324}" dt="2025-07-03T02:52:14.606" v="125" actId="14100"/>
          <ac:picMkLst>
            <pc:docMk/>
            <pc:sldMk cId="1266976238" sldId="479"/>
            <ac:picMk id="5123" creationId="{FC905FCB-B1DC-E613-C1CC-E45A2E7A8F70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2:55:40.165" v="158" actId="1076"/>
        <pc:sldMkLst>
          <pc:docMk/>
          <pc:sldMk cId="1419538912" sldId="480"/>
        </pc:sldMkLst>
        <pc:spChg chg="mod">
          <ac:chgData name="Hidayaturrahman" userId="b9dd9925-3f63-4f58-a981-e486d2a99324" providerId="ADAL" clId="{2C5B828D-0AB9-4B0B-9B76-2B98BE844324}" dt="2025-07-03T02:52:26.177" v="128" actId="27636"/>
          <ac:spMkLst>
            <pc:docMk/>
            <pc:sldMk cId="1419538912" sldId="480"/>
            <ac:spMk id="2" creationId="{6454BCCE-AEAB-66C2-03F0-D7BE59E5277A}"/>
          </ac:spMkLst>
        </pc:spChg>
        <pc:spChg chg="del">
          <ac:chgData name="Hidayaturrahman" userId="b9dd9925-3f63-4f58-a981-e486d2a99324" providerId="ADAL" clId="{2C5B828D-0AB9-4B0B-9B76-2B98BE844324}" dt="2025-07-03T02:52:33.912" v="129"/>
          <ac:spMkLst>
            <pc:docMk/>
            <pc:sldMk cId="1419538912" sldId="480"/>
            <ac:spMk id="4" creationId="{2CE20F87-BBD1-5BEE-043B-6E8FC6B39772}"/>
          </ac:spMkLst>
        </pc:spChg>
        <pc:spChg chg="del">
          <ac:chgData name="Hidayaturrahman" userId="b9dd9925-3f63-4f58-a981-e486d2a99324" providerId="ADAL" clId="{2C5B828D-0AB9-4B0B-9B76-2B98BE844324}" dt="2025-07-03T02:55:17.666" v="151" actId="478"/>
          <ac:spMkLst>
            <pc:docMk/>
            <pc:sldMk cId="1419538912" sldId="480"/>
            <ac:spMk id="5" creationId="{ABCD522A-0D92-86C1-0143-166AECE9BBA2}"/>
          </ac:spMkLst>
        </pc:spChg>
        <pc:spChg chg="add mod">
          <ac:chgData name="Hidayaturrahman" userId="b9dd9925-3f63-4f58-a981-e486d2a99324" providerId="ADAL" clId="{2C5B828D-0AB9-4B0B-9B76-2B98BE844324}" dt="2025-07-03T02:55:40.165" v="158" actId="1076"/>
          <ac:spMkLst>
            <pc:docMk/>
            <pc:sldMk cId="1419538912" sldId="480"/>
            <ac:spMk id="6" creationId="{51C393D6-3561-27CA-7BE5-55FC435FAC8C}"/>
          </ac:spMkLst>
        </pc:spChg>
        <pc:picChg chg="add mod">
          <ac:chgData name="Hidayaturrahman" userId="b9dd9925-3f63-4f58-a981-e486d2a99324" providerId="ADAL" clId="{2C5B828D-0AB9-4B0B-9B76-2B98BE844324}" dt="2025-07-03T02:55:31.601" v="157" actId="1076"/>
          <ac:picMkLst>
            <pc:docMk/>
            <pc:sldMk cId="1419538912" sldId="480"/>
            <ac:picMk id="6147" creationId="{76630E88-64B1-2D16-417B-017A13B9CDF8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2:57:00.013" v="177" actId="1076"/>
        <pc:sldMkLst>
          <pc:docMk/>
          <pc:sldMk cId="1888639791" sldId="481"/>
        </pc:sldMkLst>
        <pc:spChg chg="mod">
          <ac:chgData name="Hidayaturrahman" userId="b9dd9925-3f63-4f58-a981-e486d2a99324" providerId="ADAL" clId="{2C5B828D-0AB9-4B0B-9B76-2B98BE844324}" dt="2025-07-03T02:55:53.405" v="161" actId="27636"/>
          <ac:spMkLst>
            <pc:docMk/>
            <pc:sldMk cId="1888639791" sldId="481"/>
            <ac:spMk id="2" creationId="{19127518-E135-D822-0F7F-9A12DD52A909}"/>
          </ac:spMkLst>
        </pc:spChg>
        <pc:spChg chg="del">
          <ac:chgData name="Hidayaturrahman" userId="b9dd9925-3f63-4f58-a981-e486d2a99324" providerId="ADAL" clId="{2C5B828D-0AB9-4B0B-9B76-2B98BE844324}" dt="2025-07-03T02:55:59.530" v="162"/>
          <ac:spMkLst>
            <pc:docMk/>
            <pc:sldMk cId="1888639791" sldId="481"/>
            <ac:spMk id="4" creationId="{79248386-26D9-879C-711A-C49EA823C7B4}"/>
          </ac:spMkLst>
        </pc:spChg>
        <pc:spChg chg="del">
          <ac:chgData name="Hidayaturrahman" userId="b9dd9925-3f63-4f58-a981-e486d2a99324" providerId="ADAL" clId="{2C5B828D-0AB9-4B0B-9B76-2B98BE844324}" dt="2025-07-03T02:56:51.186" v="172" actId="478"/>
          <ac:spMkLst>
            <pc:docMk/>
            <pc:sldMk cId="1888639791" sldId="481"/>
            <ac:spMk id="5" creationId="{47B4101B-EAF3-9EC6-2D12-F7BB97251364}"/>
          </ac:spMkLst>
        </pc:spChg>
        <pc:spChg chg="add mod">
          <ac:chgData name="Hidayaturrahman" userId="b9dd9925-3f63-4f58-a981-e486d2a99324" providerId="ADAL" clId="{2C5B828D-0AB9-4B0B-9B76-2B98BE844324}" dt="2025-07-03T02:56:10.860" v="171" actId="12"/>
          <ac:spMkLst>
            <pc:docMk/>
            <pc:sldMk cId="1888639791" sldId="481"/>
            <ac:spMk id="6" creationId="{767522E4-BB18-806B-2A99-D98FC52BB471}"/>
          </ac:spMkLst>
        </pc:spChg>
        <pc:picChg chg="add mod">
          <ac:chgData name="Hidayaturrahman" userId="b9dd9925-3f63-4f58-a981-e486d2a99324" providerId="ADAL" clId="{2C5B828D-0AB9-4B0B-9B76-2B98BE844324}" dt="2025-07-03T02:57:00.013" v="177" actId="1076"/>
          <ac:picMkLst>
            <pc:docMk/>
            <pc:sldMk cId="1888639791" sldId="481"/>
            <ac:picMk id="7171" creationId="{979A025C-AF68-DA48-97DF-50487F80E3BF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2:58:23.044" v="204" actId="14100"/>
        <pc:sldMkLst>
          <pc:docMk/>
          <pc:sldMk cId="2335066712" sldId="482"/>
        </pc:sldMkLst>
        <pc:spChg chg="mod">
          <ac:chgData name="Hidayaturrahman" userId="b9dd9925-3f63-4f58-a981-e486d2a99324" providerId="ADAL" clId="{2C5B828D-0AB9-4B0B-9B76-2B98BE844324}" dt="2025-07-03T02:57:30.428" v="182"/>
          <ac:spMkLst>
            <pc:docMk/>
            <pc:sldMk cId="2335066712" sldId="482"/>
            <ac:spMk id="2" creationId="{34C25BEF-4F5E-032B-2F67-25B4458A3B6F}"/>
          </ac:spMkLst>
        </pc:spChg>
        <pc:spChg chg="del">
          <ac:chgData name="Hidayaturrahman" userId="b9dd9925-3f63-4f58-a981-e486d2a99324" providerId="ADAL" clId="{2C5B828D-0AB9-4B0B-9B76-2B98BE844324}" dt="2025-07-03T02:57:39.126" v="183"/>
          <ac:spMkLst>
            <pc:docMk/>
            <pc:sldMk cId="2335066712" sldId="482"/>
            <ac:spMk id="4" creationId="{0CFCEBDA-3A60-16DC-29EA-FA906D282380}"/>
          </ac:spMkLst>
        </pc:spChg>
        <pc:spChg chg="del">
          <ac:chgData name="Hidayaturrahman" userId="b9dd9925-3f63-4f58-a981-e486d2a99324" providerId="ADAL" clId="{2C5B828D-0AB9-4B0B-9B76-2B98BE844324}" dt="2025-07-03T02:58:17.867" v="201" actId="478"/>
          <ac:spMkLst>
            <pc:docMk/>
            <pc:sldMk cId="2335066712" sldId="482"/>
            <ac:spMk id="5" creationId="{5FE9BC7C-9EB9-C857-EECC-A15165BC3E7C}"/>
          </ac:spMkLst>
        </pc:spChg>
        <pc:spChg chg="add mod">
          <ac:chgData name="Hidayaturrahman" userId="b9dd9925-3f63-4f58-a981-e486d2a99324" providerId="ADAL" clId="{2C5B828D-0AB9-4B0B-9B76-2B98BE844324}" dt="2025-07-03T02:57:55.705" v="200" actId="14100"/>
          <ac:spMkLst>
            <pc:docMk/>
            <pc:sldMk cId="2335066712" sldId="482"/>
            <ac:spMk id="6" creationId="{880D0A61-0684-ABF4-0BD4-87E92D65F8CB}"/>
          </ac:spMkLst>
        </pc:spChg>
        <pc:picChg chg="add mod">
          <ac:chgData name="Hidayaturrahman" userId="b9dd9925-3f63-4f58-a981-e486d2a99324" providerId="ADAL" clId="{2C5B828D-0AB9-4B0B-9B76-2B98BE844324}" dt="2025-07-03T02:58:23.044" v="204" actId="14100"/>
          <ac:picMkLst>
            <pc:docMk/>
            <pc:sldMk cId="2335066712" sldId="482"/>
            <ac:picMk id="8195" creationId="{BD315164-3BBD-0B39-891B-E6BF65DD9C57}"/>
          </ac:picMkLst>
        </pc:picChg>
      </pc:sldChg>
      <pc:sldChg chg="modSp new">
        <pc:chgData name="Hidayaturrahman" userId="b9dd9925-3f63-4f58-a981-e486d2a99324" providerId="ADAL" clId="{2C5B828D-0AB9-4B0B-9B76-2B98BE844324}" dt="2025-07-03T02:57:18.405" v="180"/>
        <pc:sldMkLst>
          <pc:docMk/>
          <pc:sldMk cId="797850621" sldId="483"/>
        </pc:sldMkLst>
        <pc:spChg chg="mod">
          <ac:chgData name="Hidayaturrahman" userId="b9dd9925-3f63-4f58-a981-e486d2a99324" providerId="ADAL" clId="{2C5B828D-0AB9-4B0B-9B76-2B98BE844324}" dt="2025-07-03T02:57:18.405" v="180"/>
          <ac:spMkLst>
            <pc:docMk/>
            <pc:sldMk cId="797850621" sldId="483"/>
            <ac:spMk id="2" creationId="{458C860F-9092-AE8C-B5A1-D2866DB85FD4}"/>
          </ac:spMkLst>
        </pc:spChg>
      </pc:sldChg>
      <pc:sldChg chg="addSp delSp modSp new mod">
        <pc:chgData name="Hidayaturrahman" userId="b9dd9925-3f63-4f58-a981-e486d2a99324" providerId="ADAL" clId="{2C5B828D-0AB9-4B0B-9B76-2B98BE844324}" dt="2025-07-03T02:59:24.849" v="220" actId="1076"/>
        <pc:sldMkLst>
          <pc:docMk/>
          <pc:sldMk cId="1779039304" sldId="484"/>
        </pc:sldMkLst>
        <pc:spChg chg="mod">
          <ac:chgData name="Hidayaturrahman" userId="b9dd9925-3f63-4f58-a981-e486d2a99324" providerId="ADAL" clId="{2C5B828D-0AB9-4B0B-9B76-2B98BE844324}" dt="2025-07-03T02:58:39.586" v="207" actId="27636"/>
          <ac:spMkLst>
            <pc:docMk/>
            <pc:sldMk cId="1779039304" sldId="484"/>
            <ac:spMk id="2" creationId="{D0707FD6-20C2-D41F-E8E1-CC65847BB8E4}"/>
          </ac:spMkLst>
        </pc:spChg>
        <pc:spChg chg="del">
          <ac:chgData name="Hidayaturrahman" userId="b9dd9925-3f63-4f58-a981-e486d2a99324" providerId="ADAL" clId="{2C5B828D-0AB9-4B0B-9B76-2B98BE844324}" dt="2025-07-03T02:58:47.274" v="208"/>
          <ac:spMkLst>
            <pc:docMk/>
            <pc:sldMk cId="1779039304" sldId="484"/>
            <ac:spMk id="4" creationId="{2C506274-2312-B91F-DA53-D2E778039724}"/>
          </ac:spMkLst>
        </pc:spChg>
        <pc:spChg chg="del">
          <ac:chgData name="Hidayaturrahman" userId="b9dd9925-3f63-4f58-a981-e486d2a99324" providerId="ADAL" clId="{2C5B828D-0AB9-4B0B-9B76-2B98BE844324}" dt="2025-07-03T02:58:59.778" v="218" actId="478"/>
          <ac:spMkLst>
            <pc:docMk/>
            <pc:sldMk cId="1779039304" sldId="484"/>
            <ac:spMk id="5" creationId="{5FEE2315-3BB9-EB00-8E6A-2E440E05D1E1}"/>
          </ac:spMkLst>
        </pc:spChg>
        <pc:spChg chg="add mod">
          <ac:chgData name="Hidayaturrahman" userId="b9dd9925-3f63-4f58-a981-e486d2a99324" providerId="ADAL" clId="{2C5B828D-0AB9-4B0B-9B76-2B98BE844324}" dt="2025-07-03T02:58:56.883" v="217" actId="12"/>
          <ac:spMkLst>
            <pc:docMk/>
            <pc:sldMk cId="1779039304" sldId="484"/>
            <ac:spMk id="6" creationId="{762B7CCB-FDC2-BB33-4D68-1FC1A7C19F36}"/>
          </ac:spMkLst>
        </pc:spChg>
        <pc:picChg chg="add mod">
          <ac:chgData name="Hidayaturrahman" userId="b9dd9925-3f63-4f58-a981-e486d2a99324" providerId="ADAL" clId="{2C5B828D-0AB9-4B0B-9B76-2B98BE844324}" dt="2025-07-03T02:59:24.849" v="220" actId="1076"/>
          <ac:picMkLst>
            <pc:docMk/>
            <pc:sldMk cId="1779039304" sldId="484"/>
            <ac:picMk id="9219" creationId="{4018A25B-67C8-BB28-F378-EC55B237B0DC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3:00:52.934" v="241" actId="1076"/>
        <pc:sldMkLst>
          <pc:docMk/>
          <pc:sldMk cId="1731540296" sldId="485"/>
        </pc:sldMkLst>
        <pc:spChg chg="mod">
          <ac:chgData name="Hidayaturrahman" userId="b9dd9925-3f63-4f58-a981-e486d2a99324" providerId="ADAL" clId="{2C5B828D-0AB9-4B0B-9B76-2B98BE844324}" dt="2025-07-03T02:59:36.789" v="223" actId="27636"/>
          <ac:spMkLst>
            <pc:docMk/>
            <pc:sldMk cId="1731540296" sldId="485"/>
            <ac:spMk id="2" creationId="{AE94B822-A7C7-9C40-7D3A-E47C442B430F}"/>
          </ac:spMkLst>
        </pc:spChg>
        <pc:spChg chg="del">
          <ac:chgData name="Hidayaturrahman" userId="b9dd9925-3f63-4f58-a981-e486d2a99324" providerId="ADAL" clId="{2C5B828D-0AB9-4B0B-9B76-2B98BE844324}" dt="2025-07-03T02:59:46.789" v="224"/>
          <ac:spMkLst>
            <pc:docMk/>
            <pc:sldMk cId="1731540296" sldId="485"/>
            <ac:spMk id="4" creationId="{114812D8-60E3-40BB-06F5-B15877A48578}"/>
          </ac:spMkLst>
        </pc:spChg>
        <pc:spChg chg="del">
          <ac:chgData name="Hidayaturrahman" userId="b9dd9925-3f63-4f58-a981-e486d2a99324" providerId="ADAL" clId="{2C5B828D-0AB9-4B0B-9B76-2B98BE844324}" dt="2025-07-03T03:00:40.121" v="234" actId="478"/>
          <ac:spMkLst>
            <pc:docMk/>
            <pc:sldMk cId="1731540296" sldId="485"/>
            <ac:spMk id="5" creationId="{AE93CD06-7D45-FD12-A74D-55274F6E7D2E}"/>
          </ac:spMkLst>
        </pc:spChg>
        <pc:spChg chg="add mod">
          <ac:chgData name="Hidayaturrahman" userId="b9dd9925-3f63-4f58-a981-e486d2a99324" providerId="ADAL" clId="{2C5B828D-0AB9-4B0B-9B76-2B98BE844324}" dt="2025-07-03T03:00:47.846" v="238" actId="14100"/>
          <ac:spMkLst>
            <pc:docMk/>
            <pc:sldMk cId="1731540296" sldId="485"/>
            <ac:spMk id="6" creationId="{F342493C-2267-2DF7-D11D-A581053FA28E}"/>
          </ac:spMkLst>
        </pc:spChg>
        <pc:picChg chg="add mod">
          <ac:chgData name="Hidayaturrahman" userId="b9dd9925-3f63-4f58-a981-e486d2a99324" providerId="ADAL" clId="{2C5B828D-0AB9-4B0B-9B76-2B98BE844324}" dt="2025-07-03T03:00:52.934" v="241" actId="1076"/>
          <ac:picMkLst>
            <pc:docMk/>
            <pc:sldMk cId="1731540296" sldId="485"/>
            <ac:picMk id="10243" creationId="{2BAE76E1-5751-745E-9DC6-785A9B7E4B52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3:02:21.519" v="263" actId="120"/>
        <pc:sldMkLst>
          <pc:docMk/>
          <pc:sldMk cId="246010320" sldId="486"/>
        </pc:sldMkLst>
        <pc:spChg chg="mod">
          <ac:chgData name="Hidayaturrahman" userId="b9dd9925-3f63-4f58-a981-e486d2a99324" providerId="ADAL" clId="{2C5B828D-0AB9-4B0B-9B76-2B98BE844324}" dt="2025-07-03T03:01:23.107" v="244" actId="27636"/>
          <ac:spMkLst>
            <pc:docMk/>
            <pc:sldMk cId="246010320" sldId="486"/>
            <ac:spMk id="2" creationId="{9644DE7E-EBA9-2C46-72F2-49CFC4CF50AF}"/>
          </ac:spMkLst>
        </pc:spChg>
        <pc:spChg chg="add del">
          <ac:chgData name="Hidayaturrahman" userId="b9dd9925-3f63-4f58-a981-e486d2a99324" providerId="ADAL" clId="{2C5B828D-0AB9-4B0B-9B76-2B98BE844324}" dt="2025-07-03T03:01:33.294" v="247" actId="478"/>
          <ac:spMkLst>
            <pc:docMk/>
            <pc:sldMk cId="246010320" sldId="486"/>
            <ac:spMk id="4" creationId="{B18C8572-280F-D7C7-A794-BED12E2AA27B}"/>
          </ac:spMkLst>
        </pc:spChg>
        <pc:spChg chg="del">
          <ac:chgData name="Hidayaturrahman" userId="b9dd9925-3f63-4f58-a981-e486d2a99324" providerId="ADAL" clId="{2C5B828D-0AB9-4B0B-9B76-2B98BE844324}" dt="2025-07-03T03:01:33.900" v="248" actId="478"/>
          <ac:spMkLst>
            <pc:docMk/>
            <pc:sldMk cId="246010320" sldId="486"/>
            <ac:spMk id="5" creationId="{12F10D2F-A9AE-5A0E-973E-8A2234C4DCC0}"/>
          </ac:spMkLst>
        </pc:spChg>
        <pc:graphicFrameChg chg="add mod">
          <ac:chgData name="Hidayaturrahman" userId="b9dd9925-3f63-4f58-a981-e486d2a99324" providerId="ADAL" clId="{2C5B828D-0AB9-4B0B-9B76-2B98BE844324}" dt="2025-07-03T03:01:31.710" v="246"/>
          <ac:graphicFrameMkLst>
            <pc:docMk/>
            <pc:sldMk cId="246010320" sldId="486"/>
            <ac:graphicFrameMk id="6" creationId="{EA53DA6C-0DB0-F52D-303E-8226E13823C6}"/>
          </ac:graphicFrameMkLst>
        </pc:graphicFrameChg>
        <pc:graphicFrameChg chg="add mod modGraphic">
          <ac:chgData name="Hidayaturrahman" userId="b9dd9925-3f63-4f58-a981-e486d2a99324" providerId="ADAL" clId="{2C5B828D-0AB9-4B0B-9B76-2B98BE844324}" dt="2025-07-03T03:02:21.519" v="263" actId="120"/>
          <ac:graphicFrameMkLst>
            <pc:docMk/>
            <pc:sldMk cId="246010320" sldId="486"/>
            <ac:graphicFrameMk id="7" creationId="{2FA872EB-B4E9-D72E-800C-9F86D6E03D03}"/>
          </ac:graphicFrameMkLst>
        </pc:graphicFrameChg>
      </pc:sldChg>
      <pc:sldChg chg="addSp modSp new mod">
        <pc:chgData name="Hidayaturrahman" userId="b9dd9925-3f63-4f58-a981-e486d2a99324" providerId="ADAL" clId="{2C5B828D-0AB9-4B0B-9B76-2B98BE844324}" dt="2025-07-03T03:03:22.077" v="270" actId="14100"/>
        <pc:sldMkLst>
          <pc:docMk/>
          <pc:sldMk cId="1252506662" sldId="487"/>
        </pc:sldMkLst>
        <pc:spChg chg="mod">
          <ac:chgData name="Hidayaturrahman" userId="b9dd9925-3f63-4f58-a981-e486d2a99324" providerId="ADAL" clId="{2C5B828D-0AB9-4B0B-9B76-2B98BE844324}" dt="2025-07-03T03:02:57.342" v="266" actId="27636"/>
          <ac:spMkLst>
            <pc:docMk/>
            <pc:sldMk cId="1252506662" sldId="487"/>
            <ac:spMk id="2" creationId="{D904FBAB-480E-88C2-146B-789004E0A99A}"/>
          </ac:spMkLst>
        </pc:spChg>
        <pc:picChg chg="add mod">
          <ac:chgData name="Hidayaturrahman" userId="b9dd9925-3f63-4f58-a981-e486d2a99324" providerId="ADAL" clId="{2C5B828D-0AB9-4B0B-9B76-2B98BE844324}" dt="2025-07-03T03:03:22.077" v="270" actId="14100"/>
          <ac:picMkLst>
            <pc:docMk/>
            <pc:sldMk cId="1252506662" sldId="487"/>
            <ac:picMk id="7" creationId="{434B661D-E328-52ED-EB6D-E60D1737A4FA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3:04:59.201" v="284" actId="1076"/>
        <pc:sldMkLst>
          <pc:docMk/>
          <pc:sldMk cId="1974503170" sldId="488"/>
        </pc:sldMkLst>
        <pc:spChg chg="mod">
          <ac:chgData name="Hidayaturrahman" userId="b9dd9925-3f63-4f58-a981-e486d2a99324" providerId="ADAL" clId="{2C5B828D-0AB9-4B0B-9B76-2B98BE844324}" dt="2025-07-03T03:03:33.323" v="273" actId="27636"/>
          <ac:spMkLst>
            <pc:docMk/>
            <pc:sldMk cId="1974503170" sldId="488"/>
            <ac:spMk id="2" creationId="{AD62D722-1386-7B58-D766-75FDDCA066C5}"/>
          </ac:spMkLst>
        </pc:spChg>
        <pc:spChg chg="mod">
          <ac:chgData name="Hidayaturrahman" userId="b9dd9925-3f63-4f58-a981-e486d2a99324" providerId="ADAL" clId="{2C5B828D-0AB9-4B0B-9B76-2B98BE844324}" dt="2025-07-03T03:04:26.404" v="280" actId="20577"/>
          <ac:spMkLst>
            <pc:docMk/>
            <pc:sldMk cId="1974503170" sldId="488"/>
            <ac:spMk id="4" creationId="{1B57DEF1-BB53-AA56-8B8D-5022AD67D228}"/>
          </ac:spMkLst>
        </pc:spChg>
        <pc:spChg chg="del">
          <ac:chgData name="Hidayaturrahman" userId="b9dd9925-3f63-4f58-a981-e486d2a99324" providerId="ADAL" clId="{2C5B828D-0AB9-4B0B-9B76-2B98BE844324}" dt="2025-07-03T03:03:44.104" v="275" actId="478"/>
          <ac:spMkLst>
            <pc:docMk/>
            <pc:sldMk cId="1974503170" sldId="488"/>
            <ac:spMk id="5" creationId="{8EE19AC4-0751-977D-61E4-104D9F060C90}"/>
          </ac:spMkLst>
        </pc:spChg>
        <pc:picChg chg="add mod">
          <ac:chgData name="Hidayaturrahman" userId="b9dd9925-3f63-4f58-a981-e486d2a99324" providerId="ADAL" clId="{2C5B828D-0AB9-4B0B-9B76-2B98BE844324}" dt="2025-07-03T03:04:59.201" v="284" actId="1076"/>
          <ac:picMkLst>
            <pc:docMk/>
            <pc:sldMk cId="1974503170" sldId="488"/>
            <ac:picMk id="12290" creationId="{42051370-F714-0786-065B-BEEA535B17EA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3:06:27.398" v="306" actId="14100"/>
        <pc:sldMkLst>
          <pc:docMk/>
          <pc:sldMk cId="2845211919" sldId="489"/>
        </pc:sldMkLst>
        <pc:spChg chg="mod">
          <ac:chgData name="Hidayaturrahman" userId="b9dd9925-3f63-4f58-a981-e486d2a99324" providerId="ADAL" clId="{2C5B828D-0AB9-4B0B-9B76-2B98BE844324}" dt="2025-07-03T03:05:41.743" v="292"/>
          <ac:spMkLst>
            <pc:docMk/>
            <pc:sldMk cId="2845211919" sldId="489"/>
            <ac:spMk id="2" creationId="{5D7A7C62-6DDF-1664-0B02-C6D4D16F6226}"/>
          </ac:spMkLst>
        </pc:spChg>
        <pc:spChg chg="del">
          <ac:chgData name="Hidayaturrahman" userId="b9dd9925-3f63-4f58-a981-e486d2a99324" providerId="ADAL" clId="{2C5B828D-0AB9-4B0B-9B76-2B98BE844324}" dt="2025-07-03T03:05:47.710" v="293"/>
          <ac:spMkLst>
            <pc:docMk/>
            <pc:sldMk cId="2845211919" sldId="489"/>
            <ac:spMk id="4" creationId="{D168196F-D4AA-81B7-AA6E-D348BC8B7E98}"/>
          </ac:spMkLst>
        </pc:spChg>
        <pc:spChg chg="del">
          <ac:chgData name="Hidayaturrahman" userId="b9dd9925-3f63-4f58-a981-e486d2a99324" providerId="ADAL" clId="{2C5B828D-0AB9-4B0B-9B76-2B98BE844324}" dt="2025-07-03T03:06:21.526" v="303" actId="478"/>
          <ac:spMkLst>
            <pc:docMk/>
            <pc:sldMk cId="2845211919" sldId="489"/>
            <ac:spMk id="5" creationId="{758FDBD6-C517-78F1-6AF4-AB913786D71C}"/>
          </ac:spMkLst>
        </pc:spChg>
        <pc:spChg chg="add mod">
          <ac:chgData name="Hidayaturrahman" userId="b9dd9925-3f63-4f58-a981-e486d2a99324" providerId="ADAL" clId="{2C5B828D-0AB9-4B0B-9B76-2B98BE844324}" dt="2025-07-03T03:05:54.678" v="302" actId="12"/>
          <ac:spMkLst>
            <pc:docMk/>
            <pc:sldMk cId="2845211919" sldId="489"/>
            <ac:spMk id="6" creationId="{D0907F28-8CA3-B39F-4F06-8ADAF092C981}"/>
          </ac:spMkLst>
        </pc:spChg>
        <pc:picChg chg="add mod">
          <ac:chgData name="Hidayaturrahman" userId="b9dd9925-3f63-4f58-a981-e486d2a99324" providerId="ADAL" clId="{2C5B828D-0AB9-4B0B-9B76-2B98BE844324}" dt="2025-07-03T03:06:27.398" v="306" actId="14100"/>
          <ac:picMkLst>
            <pc:docMk/>
            <pc:sldMk cId="2845211919" sldId="489"/>
            <ac:picMk id="13315" creationId="{08DAFA7F-A7AE-06F7-EA8F-DF578488CDAC}"/>
          </ac:picMkLst>
        </pc:picChg>
      </pc:sldChg>
      <pc:sldChg chg="modSp new mod ord">
        <pc:chgData name="Hidayaturrahman" userId="b9dd9925-3f63-4f58-a981-e486d2a99324" providerId="ADAL" clId="{2C5B828D-0AB9-4B0B-9B76-2B98BE844324}" dt="2025-07-03T03:05:31.747" v="291" actId="20577"/>
        <pc:sldMkLst>
          <pc:docMk/>
          <pc:sldMk cId="1693805621" sldId="490"/>
        </pc:sldMkLst>
        <pc:spChg chg="mod">
          <ac:chgData name="Hidayaturrahman" userId="b9dd9925-3f63-4f58-a981-e486d2a99324" providerId="ADAL" clId="{2C5B828D-0AB9-4B0B-9B76-2B98BE844324}" dt="2025-07-03T03:05:31.747" v="291" actId="20577"/>
          <ac:spMkLst>
            <pc:docMk/>
            <pc:sldMk cId="1693805621" sldId="490"/>
            <ac:spMk id="2" creationId="{6A6EF364-E9EE-5902-DC45-DEAF63D77B2C}"/>
          </ac:spMkLst>
        </pc:spChg>
      </pc:sldChg>
      <pc:sldChg chg="addSp delSp modSp new mod">
        <pc:chgData name="Hidayaturrahman" userId="b9dd9925-3f63-4f58-a981-e486d2a99324" providerId="ADAL" clId="{2C5B828D-0AB9-4B0B-9B76-2B98BE844324}" dt="2025-07-03T03:08:00.444" v="324" actId="14100"/>
        <pc:sldMkLst>
          <pc:docMk/>
          <pc:sldMk cId="1069869673" sldId="491"/>
        </pc:sldMkLst>
        <pc:spChg chg="mod">
          <ac:chgData name="Hidayaturrahman" userId="b9dd9925-3f63-4f58-a981-e486d2a99324" providerId="ADAL" clId="{2C5B828D-0AB9-4B0B-9B76-2B98BE844324}" dt="2025-07-03T03:07:09.852" v="309" actId="27636"/>
          <ac:spMkLst>
            <pc:docMk/>
            <pc:sldMk cId="1069869673" sldId="491"/>
            <ac:spMk id="2" creationId="{38E5AE15-D39A-E924-45D8-D86E2DCB99E3}"/>
          </ac:spMkLst>
        </pc:spChg>
        <pc:spChg chg="del">
          <ac:chgData name="Hidayaturrahman" userId="b9dd9925-3f63-4f58-a981-e486d2a99324" providerId="ADAL" clId="{2C5B828D-0AB9-4B0B-9B76-2B98BE844324}" dt="2025-07-03T03:07:17.158" v="310"/>
          <ac:spMkLst>
            <pc:docMk/>
            <pc:sldMk cId="1069869673" sldId="491"/>
            <ac:spMk id="4" creationId="{D5C283B3-8962-7A7B-77D8-90A5495FFB04}"/>
          </ac:spMkLst>
        </pc:spChg>
        <pc:spChg chg="del">
          <ac:chgData name="Hidayaturrahman" userId="b9dd9925-3f63-4f58-a981-e486d2a99324" providerId="ADAL" clId="{2C5B828D-0AB9-4B0B-9B76-2B98BE844324}" dt="2025-07-03T03:07:54.503" v="321" actId="478"/>
          <ac:spMkLst>
            <pc:docMk/>
            <pc:sldMk cId="1069869673" sldId="491"/>
            <ac:spMk id="5" creationId="{09E704F6-A74A-3464-E89A-5E0CE25248E5}"/>
          </ac:spMkLst>
        </pc:spChg>
        <pc:spChg chg="add mod">
          <ac:chgData name="Hidayaturrahman" userId="b9dd9925-3f63-4f58-a981-e486d2a99324" providerId="ADAL" clId="{2C5B828D-0AB9-4B0B-9B76-2B98BE844324}" dt="2025-07-03T03:07:32.947" v="320" actId="12"/>
          <ac:spMkLst>
            <pc:docMk/>
            <pc:sldMk cId="1069869673" sldId="491"/>
            <ac:spMk id="6" creationId="{52A3CDB3-CC06-E8EB-CEFF-F709CF28CA2B}"/>
          </ac:spMkLst>
        </pc:spChg>
        <pc:picChg chg="add mod">
          <ac:chgData name="Hidayaturrahman" userId="b9dd9925-3f63-4f58-a981-e486d2a99324" providerId="ADAL" clId="{2C5B828D-0AB9-4B0B-9B76-2B98BE844324}" dt="2025-07-03T03:08:00.444" v="324" actId="14100"/>
          <ac:picMkLst>
            <pc:docMk/>
            <pc:sldMk cId="1069869673" sldId="491"/>
            <ac:picMk id="14339" creationId="{7F902311-5194-81BA-33B5-6B6C81139027}"/>
          </ac:picMkLst>
        </pc:picChg>
      </pc:sldChg>
      <pc:sldChg chg="del">
        <pc:chgData name="Hidayaturrahman" userId="b9dd9925-3f63-4f58-a981-e486d2a99324" providerId="ADAL" clId="{2C5B828D-0AB9-4B0B-9B76-2B98BE844324}" dt="2025-07-03T02:43:20.841" v="31" actId="47"/>
        <pc:sldMkLst>
          <pc:docMk/>
          <pc:sldMk cId="2942404576" sldId="491"/>
        </pc:sldMkLst>
      </pc:sldChg>
      <pc:sldChg chg="addSp delSp modSp new mod">
        <pc:chgData name="Hidayaturrahman" userId="b9dd9925-3f63-4f58-a981-e486d2a99324" providerId="ADAL" clId="{2C5B828D-0AB9-4B0B-9B76-2B98BE844324}" dt="2025-07-03T03:09:25.680" v="353" actId="2710"/>
        <pc:sldMkLst>
          <pc:docMk/>
          <pc:sldMk cId="2359996758" sldId="492"/>
        </pc:sldMkLst>
        <pc:spChg chg="mod">
          <ac:chgData name="Hidayaturrahman" userId="b9dd9925-3f63-4f58-a981-e486d2a99324" providerId="ADAL" clId="{2C5B828D-0AB9-4B0B-9B76-2B98BE844324}" dt="2025-07-03T03:08:35.452" v="329"/>
          <ac:spMkLst>
            <pc:docMk/>
            <pc:sldMk cId="2359996758" sldId="492"/>
            <ac:spMk id="2" creationId="{1879CB19-F184-8232-1777-C4997AD49CF6}"/>
          </ac:spMkLst>
        </pc:spChg>
        <pc:spChg chg="del">
          <ac:chgData name="Hidayaturrahman" userId="b9dd9925-3f63-4f58-a981-e486d2a99324" providerId="ADAL" clId="{2C5B828D-0AB9-4B0B-9B76-2B98BE844324}" dt="2025-07-03T03:08:42.057" v="330"/>
          <ac:spMkLst>
            <pc:docMk/>
            <pc:sldMk cId="2359996758" sldId="492"/>
            <ac:spMk id="4" creationId="{3318F0D0-873B-0216-96DC-C76241B0A48C}"/>
          </ac:spMkLst>
        </pc:spChg>
        <pc:spChg chg="add mod">
          <ac:chgData name="Hidayaturrahman" userId="b9dd9925-3f63-4f58-a981-e486d2a99324" providerId="ADAL" clId="{2C5B828D-0AB9-4B0B-9B76-2B98BE844324}" dt="2025-07-03T03:09:25.680" v="353" actId="2710"/>
          <ac:spMkLst>
            <pc:docMk/>
            <pc:sldMk cId="2359996758" sldId="492"/>
            <ac:spMk id="6" creationId="{B623CEE7-20AE-4C59-7746-2F34B7853B5B}"/>
          </ac:spMkLst>
        </pc:spChg>
      </pc:sldChg>
      <pc:sldChg chg="del">
        <pc:chgData name="Hidayaturrahman" userId="b9dd9925-3f63-4f58-a981-e486d2a99324" providerId="ADAL" clId="{2C5B828D-0AB9-4B0B-9B76-2B98BE844324}" dt="2025-07-03T02:43:21.746" v="34" actId="47"/>
        <pc:sldMkLst>
          <pc:docMk/>
          <pc:sldMk cId="3732353428" sldId="492"/>
        </pc:sldMkLst>
      </pc:sldChg>
      <pc:sldChg chg="del">
        <pc:chgData name="Hidayaturrahman" userId="b9dd9925-3f63-4f58-a981-e486d2a99324" providerId="ADAL" clId="{2C5B828D-0AB9-4B0B-9B76-2B98BE844324}" dt="2025-07-03T02:43:21.684" v="33" actId="47"/>
        <pc:sldMkLst>
          <pc:docMk/>
          <pc:sldMk cId="166486044" sldId="493"/>
        </pc:sldMkLst>
      </pc:sldChg>
      <pc:sldChg chg="modSp new">
        <pc:chgData name="Hidayaturrahman" userId="b9dd9925-3f63-4f58-a981-e486d2a99324" providerId="ADAL" clId="{2C5B828D-0AB9-4B0B-9B76-2B98BE844324}" dt="2025-07-03T03:08:18.658" v="327"/>
        <pc:sldMkLst>
          <pc:docMk/>
          <pc:sldMk cId="4280107837" sldId="493"/>
        </pc:sldMkLst>
        <pc:spChg chg="mod">
          <ac:chgData name="Hidayaturrahman" userId="b9dd9925-3f63-4f58-a981-e486d2a99324" providerId="ADAL" clId="{2C5B828D-0AB9-4B0B-9B76-2B98BE844324}" dt="2025-07-03T03:08:18.658" v="327"/>
          <ac:spMkLst>
            <pc:docMk/>
            <pc:sldMk cId="4280107837" sldId="493"/>
            <ac:spMk id="2" creationId="{92F806D5-E0F8-CD0B-BBCA-3A9F40D88D35}"/>
          </ac:spMkLst>
        </pc:spChg>
      </pc:sldChg>
      <pc:sldChg chg="del">
        <pc:chgData name="Hidayaturrahman" userId="b9dd9925-3f63-4f58-a981-e486d2a99324" providerId="ADAL" clId="{2C5B828D-0AB9-4B0B-9B76-2B98BE844324}" dt="2025-07-03T02:43:21.792" v="35" actId="47"/>
        <pc:sldMkLst>
          <pc:docMk/>
          <pc:sldMk cId="212768519" sldId="494"/>
        </pc:sldMkLst>
      </pc:sldChg>
      <pc:sldChg chg="addSp delSp modSp new mod">
        <pc:chgData name="Hidayaturrahman" userId="b9dd9925-3f63-4f58-a981-e486d2a99324" providerId="ADAL" clId="{2C5B828D-0AB9-4B0B-9B76-2B98BE844324}" dt="2025-07-03T03:09:20.254" v="352" actId="2710"/>
        <pc:sldMkLst>
          <pc:docMk/>
          <pc:sldMk cId="3779956525" sldId="494"/>
        </pc:sldMkLst>
        <pc:spChg chg="mod">
          <ac:chgData name="Hidayaturrahman" userId="b9dd9925-3f63-4f58-a981-e486d2a99324" providerId="ADAL" clId="{2C5B828D-0AB9-4B0B-9B76-2B98BE844324}" dt="2025-07-03T03:08:54.931" v="339" actId="27636"/>
          <ac:spMkLst>
            <pc:docMk/>
            <pc:sldMk cId="3779956525" sldId="494"/>
            <ac:spMk id="2" creationId="{26B84F4A-351A-0CE1-4585-6D22551F4498}"/>
          </ac:spMkLst>
        </pc:spChg>
        <pc:spChg chg="del">
          <ac:chgData name="Hidayaturrahman" userId="b9dd9925-3f63-4f58-a981-e486d2a99324" providerId="ADAL" clId="{2C5B828D-0AB9-4B0B-9B76-2B98BE844324}" dt="2025-07-03T03:09:03.020" v="340"/>
          <ac:spMkLst>
            <pc:docMk/>
            <pc:sldMk cId="3779956525" sldId="494"/>
            <ac:spMk id="4" creationId="{ABC67F8B-32E7-B580-03D8-9D2CAC8194D6}"/>
          </ac:spMkLst>
        </pc:spChg>
        <pc:spChg chg="add mod">
          <ac:chgData name="Hidayaturrahman" userId="b9dd9925-3f63-4f58-a981-e486d2a99324" providerId="ADAL" clId="{2C5B828D-0AB9-4B0B-9B76-2B98BE844324}" dt="2025-07-03T03:09:20.254" v="352" actId="2710"/>
          <ac:spMkLst>
            <pc:docMk/>
            <pc:sldMk cId="3779956525" sldId="494"/>
            <ac:spMk id="6" creationId="{F19A3092-68C0-D35B-C220-CA3796F30D2F}"/>
          </ac:spMkLst>
        </pc:spChg>
      </pc:sldChg>
      <pc:sldChg chg="addSp delSp modSp new mod">
        <pc:chgData name="Hidayaturrahman" userId="b9dd9925-3f63-4f58-a981-e486d2a99324" providerId="ADAL" clId="{2C5B828D-0AB9-4B0B-9B76-2B98BE844324}" dt="2025-07-03T03:10:25.589" v="371" actId="14100"/>
        <pc:sldMkLst>
          <pc:docMk/>
          <pc:sldMk cId="703939968" sldId="495"/>
        </pc:sldMkLst>
        <pc:spChg chg="mod">
          <ac:chgData name="Hidayaturrahman" userId="b9dd9925-3f63-4f58-a981-e486d2a99324" providerId="ADAL" clId="{2C5B828D-0AB9-4B0B-9B76-2B98BE844324}" dt="2025-07-03T03:09:40.345" v="356" actId="27636"/>
          <ac:spMkLst>
            <pc:docMk/>
            <pc:sldMk cId="703939968" sldId="495"/>
            <ac:spMk id="2" creationId="{7D72F3F7-C166-1CC5-6463-2C53AA2B84C3}"/>
          </ac:spMkLst>
        </pc:spChg>
        <pc:spChg chg="del">
          <ac:chgData name="Hidayaturrahman" userId="b9dd9925-3f63-4f58-a981-e486d2a99324" providerId="ADAL" clId="{2C5B828D-0AB9-4B0B-9B76-2B98BE844324}" dt="2025-07-03T03:09:46.246" v="357"/>
          <ac:spMkLst>
            <pc:docMk/>
            <pc:sldMk cId="703939968" sldId="495"/>
            <ac:spMk id="4" creationId="{98A06970-E08F-65FA-2332-1F9EB41ECD9D}"/>
          </ac:spMkLst>
        </pc:spChg>
        <pc:spChg chg="del">
          <ac:chgData name="Hidayaturrahman" userId="b9dd9925-3f63-4f58-a981-e486d2a99324" providerId="ADAL" clId="{2C5B828D-0AB9-4B0B-9B76-2B98BE844324}" dt="2025-07-03T03:10:19.300" v="368" actId="478"/>
          <ac:spMkLst>
            <pc:docMk/>
            <pc:sldMk cId="703939968" sldId="495"/>
            <ac:spMk id="5" creationId="{6735FA3C-C037-ACF5-EBBE-2C2FA63541B6}"/>
          </ac:spMkLst>
        </pc:spChg>
        <pc:spChg chg="add mod">
          <ac:chgData name="Hidayaturrahman" userId="b9dd9925-3f63-4f58-a981-e486d2a99324" providerId="ADAL" clId="{2C5B828D-0AB9-4B0B-9B76-2B98BE844324}" dt="2025-07-03T03:09:55.251" v="367" actId="14100"/>
          <ac:spMkLst>
            <pc:docMk/>
            <pc:sldMk cId="703939968" sldId="495"/>
            <ac:spMk id="6" creationId="{58F10481-9F33-C811-74CE-337B12710EA2}"/>
          </ac:spMkLst>
        </pc:spChg>
        <pc:picChg chg="add mod">
          <ac:chgData name="Hidayaturrahman" userId="b9dd9925-3f63-4f58-a981-e486d2a99324" providerId="ADAL" clId="{2C5B828D-0AB9-4B0B-9B76-2B98BE844324}" dt="2025-07-03T03:10:25.589" v="371" actId="14100"/>
          <ac:picMkLst>
            <pc:docMk/>
            <pc:sldMk cId="703939968" sldId="495"/>
            <ac:picMk id="17411" creationId="{217387A6-A3E5-AAE1-56AF-58B45874246E}"/>
          </ac:picMkLst>
        </pc:picChg>
      </pc:sldChg>
      <pc:sldChg chg="del">
        <pc:chgData name="Hidayaturrahman" userId="b9dd9925-3f63-4f58-a981-e486d2a99324" providerId="ADAL" clId="{2C5B828D-0AB9-4B0B-9B76-2B98BE844324}" dt="2025-07-03T02:43:21.845" v="36" actId="47"/>
        <pc:sldMkLst>
          <pc:docMk/>
          <pc:sldMk cId="3243990338" sldId="495"/>
        </pc:sldMkLst>
      </pc:sldChg>
      <pc:sldChg chg="del">
        <pc:chgData name="Hidayaturrahman" userId="b9dd9925-3f63-4f58-a981-e486d2a99324" providerId="ADAL" clId="{2C5B828D-0AB9-4B0B-9B76-2B98BE844324}" dt="2025-07-03T02:43:22.046" v="37" actId="47"/>
        <pc:sldMkLst>
          <pc:docMk/>
          <pc:sldMk cId="2026275668" sldId="496"/>
        </pc:sldMkLst>
      </pc:sldChg>
      <pc:sldChg chg="addSp delSp modSp new mod">
        <pc:chgData name="Hidayaturrahman" userId="b9dd9925-3f63-4f58-a981-e486d2a99324" providerId="ADAL" clId="{2C5B828D-0AB9-4B0B-9B76-2B98BE844324}" dt="2025-07-03T03:12:24.439" v="384" actId="12"/>
        <pc:sldMkLst>
          <pc:docMk/>
          <pc:sldMk cId="4275456621" sldId="496"/>
        </pc:sldMkLst>
        <pc:spChg chg="mod">
          <ac:chgData name="Hidayaturrahman" userId="b9dd9925-3f63-4f58-a981-e486d2a99324" providerId="ADAL" clId="{2C5B828D-0AB9-4B0B-9B76-2B98BE844324}" dt="2025-07-03T03:11:35.054" v="374" actId="27636"/>
          <ac:spMkLst>
            <pc:docMk/>
            <pc:sldMk cId="4275456621" sldId="496"/>
            <ac:spMk id="2" creationId="{EE272942-AEF3-8993-A687-503A736886B1}"/>
          </ac:spMkLst>
        </pc:spChg>
        <pc:spChg chg="del">
          <ac:chgData name="Hidayaturrahman" userId="b9dd9925-3f63-4f58-a981-e486d2a99324" providerId="ADAL" clId="{2C5B828D-0AB9-4B0B-9B76-2B98BE844324}" dt="2025-07-03T03:12:08.201" v="375"/>
          <ac:spMkLst>
            <pc:docMk/>
            <pc:sldMk cId="4275456621" sldId="496"/>
            <ac:spMk id="4" creationId="{182CF825-197C-1834-E33B-DAA4EC4EBC1C}"/>
          </ac:spMkLst>
        </pc:spChg>
        <pc:spChg chg="add mod">
          <ac:chgData name="Hidayaturrahman" userId="b9dd9925-3f63-4f58-a981-e486d2a99324" providerId="ADAL" clId="{2C5B828D-0AB9-4B0B-9B76-2B98BE844324}" dt="2025-07-03T03:12:24.439" v="384" actId="12"/>
          <ac:spMkLst>
            <pc:docMk/>
            <pc:sldMk cId="4275456621" sldId="496"/>
            <ac:spMk id="6" creationId="{E8705C6E-DC91-DE11-6064-97672211A51B}"/>
          </ac:spMkLst>
        </pc:spChg>
      </pc:sldChg>
      <pc:sldChg chg="addSp delSp modSp new mod">
        <pc:chgData name="Hidayaturrahman" userId="b9dd9925-3f63-4f58-a981-e486d2a99324" providerId="ADAL" clId="{2C5B828D-0AB9-4B0B-9B76-2B98BE844324}" dt="2025-07-03T03:13:22.304" v="392" actId="1076"/>
        <pc:sldMkLst>
          <pc:docMk/>
          <pc:sldMk cId="1857949581" sldId="497"/>
        </pc:sldMkLst>
        <pc:spChg chg="mod">
          <ac:chgData name="Hidayaturrahman" userId="b9dd9925-3f63-4f58-a981-e486d2a99324" providerId="ADAL" clId="{2C5B828D-0AB9-4B0B-9B76-2B98BE844324}" dt="2025-07-03T03:13:05.983" v="387" actId="27636"/>
          <ac:spMkLst>
            <pc:docMk/>
            <pc:sldMk cId="1857949581" sldId="497"/>
            <ac:spMk id="2" creationId="{5450F217-7311-2767-7420-9A860DAA3410}"/>
          </ac:spMkLst>
        </pc:spChg>
        <pc:spChg chg="del">
          <ac:chgData name="Hidayaturrahman" userId="b9dd9925-3f63-4f58-a981-e486d2a99324" providerId="ADAL" clId="{2C5B828D-0AB9-4B0B-9B76-2B98BE844324}" dt="2025-07-03T03:13:16.253" v="388" actId="478"/>
          <ac:spMkLst>
            <pc:docMk/>
            <pc:sldMk cId="1857949581" sldId="497"/>
            <ac:spMk id="4" creationId="{D2F4A364-CFBF-597C-B1F2-70A3C78F1C0C}"/>
          </ac:spMkLst>
        </pc:spChg>
        <pc:spChg chg="del">
          <ac:chgData name="Hidayaturrahman" userId="b9dd9925-3f63-4f58-a981-e486d2a99324" providerId="ADAL" clId="{2C5B828D-0AB9-4B0B-9B76-2B98BE844324}" dt="2025-07-03T03:13:16.867" v="389" actId="478"/>
          <ac:spMkLst>
            <pc:docMk/>
            <pc:sldMk cId="1857949581" sldId="497"/>
            <ac:spMk id="5" creationId="{DEFD5A42-2EF9-33BB-C2B7-15CB66E3F077}"/>
          </ac:spMkLst>
        </pc:spChg>
        <pc:picChg chg="add mod">
          <ac:chgData name="Hidayaturrahman" userId="b9dd9925-3f63-4f58-a981-e486d2a99324" providerId="ADAL" clId="{2C5B828D-0AB9-4B0B-9B76-2B98BE844324}" dt="2025-07-03T03:13:22.304" v="392" actId="1076"/>
          <ac:picMkLst>
            <pc:docMk/>
            <pc:sldMk cId="1857949581" sldId="497"/>
            <ac:picMk id="7" creationId="{DD40287D-9AFE-B59E-FEEB-012726BADBBD}"/>
          </ac:picMkLst>
        </pc:picChg>
      </pc:sldChg>
      <pc:sldChg chg="del">
        <pc:chgData name="Hidayaturrahman" userId="b9dd9925-3f63-4f58-a981-e486d2a99324" providerId="ADAL" clId="{2C5B828D-0AB9-4B0B-9B76-2B98BE844324}" dt="2025-07-03T02:43:22.226" v="38" actId="47"/>
        <pc:sldMkLst>
          <pc:docMk/>
          <pc:sldMk cId="3700745931" sldId="497"/>
        </pc:sldMkLst>
      </pc:sldChg>
      <pc:sldChg chg="modSp new">
        <pc:chgData name="Hidayaturrahman" userId="b9dd9925-3f63-4f58-a981-e486d2a99324" providerId="ADAL" clId="{2C5B828D-0AB9-4B0B-9B76-2B98BE844324}" dt="2025-07-03T03:13:46.869" v="394"/>
        <pc:sldMkLst>
          <pc:docMk/>
          <pc:sldMk cId="439002142" sldId="498"/>
        </pc:sldMkLst>
        <pc:spChg chg="mod">
          <ac:chgData name="Hidayaturrahman" userId="b9dd9925-3f63-4f58-a981-e486d2a99324" providerId="ADAL" clId="{2C5B828D-0AB9-4B0B-9B76-2B98BE844324}" dt="2025-07-03T03:13:46.869" v="394"/>
          <ac:spMkLst>
            <pc:docMk/>
            <pc:sldMk cId="439002142" sldId="498"/>
            <ac:spMk id="2" creationId="{1CFF957A-9DD0-E170-E468-CEBE41E2E7BD}"/>
          </ac:spMkLst>
        </pc:spChg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779826652" sldId="498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2002011791" sldId="499"/>
        </pc:sldMkLst>
      </pc:sldChg>
      <pc:sldChg chg="addSp delSp modSp new mod modClrScheme chgLayout">
        <pc:chgData name="Hidayaturrahman" userId="b9dd9925-3f63-4f58-a981-e486d2a99324" providerId="ADAL" clId="{2C5B828D-0AB9-4B0B-9B76-2B98BE844324}" dt="2025-07-03T03:15:01.657" v="411" actId="1076"/>
        <pc:sldMkLst>
          <pc:docMk/>
          <pc:sldMk cId="2845703197" sldId="499"/>
        </pc:sldMkLst>
        <pc:spChg chg="del mod ord">
          <ac:chgData name="Hidayaturrahman" userId="b9dd9925-3f63-4f58-a981-e486d2a99324" providerId="ADAL" clId="{2C5B828D-0AB9-4B0B-9B76-2B98BE844324}" dt="2025-07-03T03:13:56.805" v="396" actId="700"/>
          <ac:spMkLst>
            <pc:docMk/>
            <pc:sldMk cId="2845703197" sldId="499"/>
            <ac:spMk id="2" creationId="{7CE7E184-AAD5-11CF-AA68-099E04AB38C5}"/>
          </ac:spMkLst>
        </pc:spChg>
        <pc:spChg chg="add mod ord">
          <ac:chgData name="Hidayaturrahman" userId="b9dd9925-3f63-4f58-a981-e486d2a99324" providerId="ADAL" clId="{2C5B828D-0AB9-4B0B-9B76-2B98BE844324}" dt="2025-07-03T03:14:05.198" v="398"/>
          <ac:spMkLst>
            <pc:docMk/>
            <pc:sldMk cId="2845703197" sldId="499"/>
            <ac:spMk id="3" creationId="{D8CBE8E2-B805-8E68-45F0-273E6891188A}"/>
          </ac:spMkLst>
        </pc:spChg>
        <pc:spChg chg="add mod ord">
          <ac:chgData name="Hidayaturrahman" userId="b9dd9925-3f63-4f58-a981-e486d2a99324" providerId="ADAL" clId="{2C5B828D-0AB9-4B0B-9B76-2B98BE844324}" dt="2025-07-03T03:13:56.805" v="396" actId="700"/>
          <ac:spMkLst>
            <pc:docMk/>
            <pc:sldMk cId="2845703197" sldId="499"/>
            <ac:spMk id="4" creationId="{53C87DAD-A6D0-2462-FE77-CCBB8735BB22}"/>
          </ac:spMkLst>
        </pc:spChg>
        <pc:spChg chg="add del mod ord">
          <ac:chgData name="Hidayaturrahman" userId="b9dd9925-3f63-4f58-a981-e486d2a99324" providerId="ADAL" clId="{2C5B828D-0AB9-4B0B-9B76-2B98BE844324}" dt="2025-07-03T03:14:11.939" v="399"/>
          <ac:spMkLst>
            <pc:docMk/>
            <pc:sldMk cId="2845703197" sldId="499"/>
            <ac:spMk id="5" creationId="{2104DD98-E6FB-5279-21D2-3A9A88DE047F}"/>
          </ac:spMkLst>
        </pc:spChg>
        <pc:spChg chg="add del mod ord">
          <ac:chgData name="Hidayaturrahman" userId="b9dd9925-3f63-4f58-a981-e486d2a99324" providerId="ADAL" clId="{2C5B828D-0AB9-4B0B-9B76-2B98BE844324}" dt="2025-07-03T03:14:58.877" v="409" actId="478"/>
          <ac:spMkLst>
            <pc:docMk/>
            <pc:sldMk cId="2845703197" sldId="499"/>
            <ac:spMk id="6" creationId="{E55B6A6E-6AB3-451B-6D9D-0B45D7AC98B4}"/>
          </ac:spMkLst>
        </pc:spChg>
        <pc:spChg chg="add mod">
          <ac:chgData name="Hidayaturrahman" userId="b9dd9925-3f63-4f58-a981-e486d2a99324" providerId="ADAL" clId="{2C5B828D-0AB9-4B0B-9B76-2B98BE844324}" dt="2025-07-03T03:14:19.217" v="408" actId="2710"/>
          <ac:spMkLst>
            <pc:docMk/>
            <pc:sldMk cId="2845703197" sldId="499"/>
            <ac:spMk id="7" creationId="{8B05C63B-A5EA-5ED5-BA14-A37892493C37}"/>
          </ac:spMkLst>
        </pc:spChg>
        <pc:picChg chg="add mod">
          <ac:chgData name="Hidayaturrahman" userId="b9dd9925-3f63-4f58-a981-e486d2a99324" providerId="ADAL" clId="{2C5B828D-0AB9-4B0B-9B76-2B98BE844324}" dt="2025-07-03T03:15:01.657" v="411" actId="1076"/>
          <ac:picMkLst>
            <pc:docMk/>
            <pc:sldMk cId="2845703197" sldId="499"/>
            <ac:picMk id="19459" creationId="{B18E3658-0FF5-A5A5-7B4B-F20E2702DD43}"/>
          </ac:picMkLst>
        </pc:picChg>
      </pc:sldChg>
      <pc:sldChg chg="addSp delSp modSp new mod">
        <pc:chgData name="Hidayaturrahman" userId="b9dd9925-3f63-4f58-a981-e486d2a99324" providerId="ADAL" clId="{2C5B828D-0AB9-4B0B-9B76-2B98BE844324}" dt="2025-07-03T03:16:01.589" v="425" actId="478"/>
        <pc:sldMkLst>
          <pc:docMk/>
          <pc:sldMk cId="1721538029" sldId="500"/>
        </pc:sldMkLst>
        <pc:spChg chg="mod">
          <ac:chgData name="Hidayaturrahman" userId="b9dd9925-3f63-4f58-a981-e486d2a99324" providerId="ADAL" clId="{2C5B828D-0AB9-4B0B-9B76-2B98BE844324}" dt="2025-07-03T03:15:42.027" v="414" actId="27636"/>
          <ac:spMkLst>
            <pc:docMk/>
            <pc:sldMk cId="1721538029" sldId="500"/>
            <ac:spMk id="2" creationId="{0148B870-1867-9437-5FD4-19F6AF5DB1A5}"/>
          </ac:spMkLst>
        </pc:spChg>
        <pc:spChg chg="del">
          <ac:chgData name="Hidayaturrahman" userId="b9dd9925-3f63-4f58-a981-e486d2a99324" providerId="ADAL" clId="{2C5B828D-0AB9-4B0B-9B76-2B98BE844324}" dt="2025-07-03T03:15:49.121" v="415"/>
          <ac:spMkLst>
            <pc:docMk/>
            <pc:sldMk cId="1721538029" sldId="500"/>
            <ac:spMk id="4" creationId="{BB9D4456-4FB8-ED39-DC20-0C228477684D}"/>
          </ac:spMkLst>
        </pc:spChg>
        <pc:spChg chg="del">
          <ac:chgData name="Hidayaturrahman" userId="b9dd9925-3f63-4f58-a981-e486d2a99324" providerId="ADAL" clId="{2C5B828D-0AB9-4B0B-9B76-2B98BE844324}" dt="2025-07-03T03:16:01.589" v="425" actId="478"/>
          <ac:spMkLst>
            <pc:docMk/>
            <pc:sldMk cId="1721538029" sldId="500"/>
            <ac:spMk id="5" creationId="{7DEF9EF9-F50F-5562-12CE-C3A90AAC3DF6}"/>
          </ac:spMkLst>
        </pc:spChg>
        <pc:spChg chg="add mod">
          <ac:chgData name="Hidayaturrahman" userId="b9dd9925-3f63-4f58-a981-e486d2a99324" providerId="ADAL" clId="{2C5B828D-0AB9-4B0B-9B76-2B98BE844324}" dt="2025-07-03T03:15:57.251" v="424" actId="2710"/>
          <ac:spMkLst>
            <pc:docMk/>
            <pc:sldMk cId="1721538029" sldId="500"/>
            <ac:spMk id="6" creationId="{91413B2F-ABF2-9E1C-B524-992C73A78E52}"/>
          </ac:spMkLst>
        </pc:spChg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2135129398" sldId="500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842076868" sldId="501"/>
        </pc:sldMkLst>
      </pc:sldChg>
      <pc:sldChg chg="addSp delSp modSp new mod">
        <pc:chgData name="Hidayaturrahman" userId="b9dd9925-3f63-4f58-a981-e486d2a99324" providerId="ADAL" clId="{2C5B828D-0AB9-4B0B-9B76-2B98BE844324}" dt="2025-07-03T03:17:44.641" v="443" actId="14100"/>
        <pc:sldMkLst>
          <pc:docMk/>
          <pc:sldMk cId="3989108113" sldId="501"/>
        </pc:sldMkLst>
        <pc:spChg chg="mod">
          <ac:chgData name="Hidayaturrahman" userId="b9dd9925-3f63-4f58-a981-e486d2a99324" providerId="ADAL" clId="{2C5B828D-0AB9-4B0B-9B76-2B98BE844324}" dt="2025-07-03T03:17:06.300" v="428" actId="27636"/>
          <ac:spMkLst>
            <pc:docMk/>
            <pc:sldMk cId="3989108113" sldId="501"/>
            <ac:spMk id="2" creationId="{D1D28AA9-457D-A837-2BBC-5BF6B5D3BC15}"/>
          </ac:spMkLst>
        </pc:spChg>
        <pc:spChg chg="del">
          <ac:chgData name="Hidayaturrahman" userId="b9dd9925-3f63-4f58-a981-e486d2a99324" providerId="ADAL" clId="{2C5B828D-0AB9-4B0B-9B76-2B98BE844324}" dt="2025-07-03T03:17:12.515" v="429" actId="478"/>
          <ac:spMkLst>
            <pc:docMk/>
            <pc:sldMk cId="3989108113" sldId="501"/>
            <ac:spMk id="4" creationId="{0E8DE892-8987-4E76-CE6C-CA1FD243D9E6}"/>
          </ac:spMkLst>
        </pc:spChg>
        <pc:spChg chg="del">
          <ac:chgData name="Hidayaturrahman" userId="b9dd9925-3f63-4f58-a981-e486d2a99324" providerId="ADAL" clId="{2C5B828D-0AB9-4B0B-9B76-2B98BE844324}" dt="2025-07-03T03:17:13.199" v="430" actId="478"/>
          <ac:spMkLst>
            <pc:docMk/>
            <pc:sldMk cId="3989108113" sldId="501"/>
            <ac:spMk id="5" creationId="{3ADC9F09-52D6-9157-ABE5-4C6A2566205B}"/>
          </ac:spMkLst>
        </pc:spChg>
        <pc:graphicFrameChg chg="add mod modGraphic">
          <ac:chgData name="Hidayaturrahman" userId="b9dd9925-3f63-4f58-a981-e486d2a99324" providerId="ADAL" clId="{2C5B828D-0AB9-4B0B-9B76-2B98BE844324}" dt="2025-07-03T03:17:44.641" v="443" actId="14100"/>
          <ac:graphicFrameMkLst>
            <pc:docMk/>
            <pc:sldMk cId="3989108113" sldId="501"/>
            <ac:graphicFrameMk id="6" creationId="{99D1C6C7-4F0A-EBAE-5245-C73FB95D3884}"/>
          </ac:graphicFrameMkLst>
        </pc:graphicFrameChg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176880784" sldId="502"/>
        </pc:sldMkLst>
      </pc:sldChg>
      <pc:sldChg chg="addSp delSp modSp new del mod">
        <pc:chgData name="Hidayaturrahman" userId="b9dd9925-3f63-4f58-a981-e486d2a99324" providerId="ADAL" clId="{2C5B828D-0AB9-4B0B-9B76-2B98BE844324}" dt="2025-07-03T03:19:40.002" v="458" actId="47"/>
        <pc:sldMkLst>
          <pc:docMk/>
          <pc:sldMk cId="1649066845" sldId="502"/>
        </pc:sldMkLst>
        <pc:spChg chg="mod">
          <ac:chgData name="Hidayaturrahman" userId="b9dd9925-3f63-4f58-a981-e486d2a99324" providerId="ADAL" clId="{2C5B828D-0AB9-4B0B-9B76-2B98BE844324}" dt="2025-07-03T03:19:01.386" v="446" actId="27636"/>
          <ac:spMkLst>
            <pc:docMk/>
            <pc:sldMk cId="1649066845" sldId="502"/>
            <ac:spMk id="2" creationId="{07968E6D-50FC-C6A2-987F-0F7153010EA3}"/>
          </ac:spMkLst>
        </pc:spChg>
        <pc:spChg chg="del">
          <ac:chgData name="Hidayaturrahman" userId="b9dd9925-3f63-4f58-a981-e486d2a99324" providerId="ADAL" clId="{2C5B828D-0AB9-4B0B-9B76-2B98BE844324}" dt="2025-07-03T03:19:07.126" v="447"/>
          <ac:spMkLst>
            <pc:docMk/>
            <pc:sldMk cId="1649066845" sldId="502"/>
            <ac:spMk id="4" creationId="{AFCE2992-F4E3-6089-2EAC-08791AF1ECE5}"/>
          </ac:spMkLst>
        </pc:spChg>
        <pc:spChg chg="del">
          <ac:chgData name="Hidayaturrahman" userId="b9dd9925-3f63-4f58-a981-e486d2a99324" providerId="ADAL" clId="{2C5B828D-0AB9-4B0B-9B76-2B98BE844324}" dt="2025-07-03T03:19:15.731" v="457" actId="478"/>
          <ac:spMkLst>
            <pc:docMk/>
            <pc:sldMk cId="1649066845" sldId="502"/>
            <ac:spMk id="5" creationId="{A1669BBA-C83B-B67C-5285-C19D0D5C95B6}"/>
          </ac:spMkLst>
        </pc:spChg>
        <pc:spChg chg="add mod">
          <ac:chgData name="Hidayaturrahman" userId="b9dd9925-3f63-4f58-a981-e486d2a99324" providerId="ADAL" clId="{2C5B828D-0AB9-4B0B-9B76-2B98BE844324}" dt="2025-07-03T03:19:14.126" v="456" actId="2710"/>
          <ac:spMkLst>
            <pc:docMk/>
            <pc:sldMk cId="1649066845" sldId="502"/>
            <ac:spMk id="6" creationId="{DAC4987F-50A2-16F1-FCD2-F94FF20F379C}"/>
          </ac:spMkLst>
        </pc:spChg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493725513" sldId="504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525953794" sldId="505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2462076044" sldId="506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752598312" sldId="507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991013187" sldId="508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4112783975" sldId="509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811254252" sldId="510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1744282680" sldId="511"/>
        </pc:sldMkLst>
      </pc:sldChg>
      <pc:sldChg chg="del">
        <pc:chgData name="Hidayaturrahman" userId="b9dd9925-3f63-4f58-a981-e486d2a99324" providerId="ADAL" clId="{2C5B828D-0AB9-4B0B-9B76-2B98BE844324}" dt="2025-07-03T02:43:31.090" v="39" actId="47"/>
        <pc:sldMkLst>
          <pc:docMk/>
          <pc:sldMk cId="3146221948" sldId="512"/>
        </pc:sldMkLst>
      </pc:sldChg>
    </pc:docChg>
  </pc:docChgLst>
  <pc:docChgLst>
    <pc:chgData name="Hidayaturrahman" userId="b9dd9925-3f63-4f58-a981-e486d2a99324" providerId="ADAL" clId="{0CF33716-72C5-406E-BBB2-9BA0B3E1DE39}"/>
    <pc:docChg chg="undo custSel addSld delSld modSld">
      <pc:chgData name="Hidayaturrahman" userId="b9dd9925-3f63-4f58-a981-e486d2a99324" providerId="ADAL" clId="{0CF33716-72C5-406E-BBB2-9BA0B3E1DE39}" dt="2025-07-04T07:22:56.522" v="343"/>
      <pc:docMkLst>
        <pc:docMk/>
      </pc:docMkLst>
      <pc:sldChg chg="addSp delSp modSp mod">
        <pc:chgData name="Hidayaturrahman" userId="b9dd9925-3f63-4f58-a981-e486d2a99324" providerId="ADAL" clId="{0CF33716-72C5-406E-BBB2-9BA0B3E1DE39}" dt="2025-07-04T07:22:56.522" v="343"/>
        <pc:sldMkLst>
          <pc:docMk/>
          <pc:sldMk cId="3807564589" sldId="256"/>
        </pc:sldMkLst>
        <pc:spChg chg="mod">
          <ac:chgData name="Hidayaturrahman" userId="b9dd9925-3f63-4f58-a981-e486d2a99324" providerId="ADAL" clId="{0CF33716-72C5-406E-BBB2-9BA0B3E1DE39}" dt="2025-07-04T02:54:20.127" v="340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0CF33716-72C5-406E-BBB2-9BA0B3E1DE39}" dt="2025-07-03T03:23:07.618" v="0"/>
          <ac:spMkLst>
            <pc:docMk/>
            <pc:sldMk cId="3807564589" sldId="256"/>
            <ac:spMk id="3" creationId="{05C0E2BF-BBBC-BF27-4255-C5149D193112}"/>
          </ac:spMkLst>
        </pc:spChg>
        <pc:spChg chg="del">
          <ac:chgData name="Hidayaturrahman" userId="b9dd9925-3f63-4f58-a981-e486d2a99324" providerId="ADAL" clId="{0CF33716-72C5-406E-BBB2-9BA0B3E1DE39}" dt="2025-07-04T07:22:52.720" v="341" actId="478"/>
          <ac:spMkLst>
            <pc:docMk/>
            <pc:sldMk cId="3807564589" sldId="256"/>
            <ac:spMk id="4" creationId="{319DA326-32BB-7EBF-F49C-D0308881B79F}"/>
          </ac:spMkLst>
        </pc:spChg>
        <pc:spChg chg="add del mod">
          <ac:chgData name="Hidayaturrahman" userId="b9dd9925-3f63-4f58-a981-e486d2a99324" providerId="ADAL" clId="{0CF33716-72C5-406E-BBB2-9BA0B3E1DE39}" dt="2025-07-04T07:22:55.525" v="342" actId="478"/>
          <ac:spMkLst>
            <pc:docMk/>
            <pc:sldMk cId="3807564589" sldId="256"/>
            <ac:spMk id="6" creationId="{8585EE9C-3394-CAEB-154E-54AE740CC45A}"/>
          </ac:spMkLst>
        </pc:spChg>
        <pc:spChg chg="add mod">
          <ac:chgData name="Hidayaturrahman" userId="b9dd9925-3f63-4f58-a981-e486d2a99324" providerId="ADAL" clId="{0CF33716-72C5-406E-BBB2-9BA0B3E1DE39}" dt="2025-07-04T07:22:56.522" v="343"/>
          <ac:spMkLst>
            <pc:docMk/>
            <pc:sldMk cId="3807564589" sldId="256"/>
            <ac:spMk id="7" creationId="{F4B868E6-8C50-A6AC-CC7A-106E6894398B}"/>
          </ac:spMkLst>
        </pc:spChg>
      </pc:sldChg>
      <pc:sldChg chg="modSp mod">
        <pc:chgData name="Hidayaturrahman" userId="b9dd9925-3f63-4f58-a981-e486d2a99324" providerId="ADAL" clId="{0CF33716-72C5-406E-BBB2-9BA0B3E1DE39}" dt="2025-07-03T03:23:50.963" v="10" actId="20577"/>
        <pc:sldMkLst>
          <pc:docMk/>
          <pc:sldMk cId="2266460145" sldId="258"/>
        </pc:sldMkLst>
        <pc:spChg chg="mod">
          <ac:chgData name="Hidayaturrahman" userId="b9dd9925-3f63-4f58-a981-e486d2a99324" providerId="ADAL" clId="{0CF33716-72C5-406E-BBB2-9BA0B3E1DE39}" dt="2025-07-03T03:23:50.963" v="10" actId="20577"/>
          <ac:spMkLst>
            <pc:docMk/>
            <pc:sldMk cId="2266460145" sldId="258"/>
            <ac:spMk id="15" creationId="{FC0F9715-3361-3A3E-A4CD-86B721291623}"/>
          </ac:spMkLst>
        </pc:spChg>
      </pc:sldChg>
      <pc:sldChg chg="addSp delSp modSp mod">
        <pc:chgData name="Hidayaturrahman" userId="b9dd9925-3f63-4f58-a981-e486d2a99324" providerId="ADAL" clId="{0CF33716-72C5-406E-BBB2-9BA0B3E1DE39}" dt="2025-07-03T03:26:38.364" v="28" actId="1076"/>
        <pc:sldMkLst>
          <pc:docMk/>
          <pc:sldMk cId="2582537815" sldId="428"/>
        </pc:sldMkLst>
        <pc:spChg chg="add">
          <ac:chgData name="Hidayaturrahman" userId="b9dd9925-3f63-4f58-a981-e486d2a99324" providerId="ADAL" clId="{0CF33716-72C5-406E-BBB2-9BA0B3E1DE39}" dt="2025-07-03T03:25:00.659" v="13"/>
          <ac:spMkLst>
            <pc:docMk/>
            <pc:sldMk cId="2582537815" sldId="428"/>
            <ac:spMk id="2" creationId="{FA3DF998-B35C-DC39-C57F-73365800CC03}"/>
          </ac:spMkLst>
        </pc:spChg>
        <pc:spChg chg="add mod">
          <ac:chgData name="Hidayaturrahman" userId="b9dd9925-3f63-4f58-a981-e486d2a99324" providerId="ADAL" clId="{0CF33716-72C5-406E-BBB2-9BA0B3E1DE39}" dt="2025-07-03T03:25:32.406" v="26" actId="12"/>
          <ac:spMkLst>
            <pc:docMk/>
            <pc:sldMk cId="2582537815" sldId="428"/>
            <ac:spMk id="4" creationId="{1D92C542-9636-8039-C7D2-A5A305CE0CF4}"/>
          </ac:spMkLst>
        </pc:spChg>
        <pc:spChg chg="del mod">
          <ac:chgData name="Hidayaturrahman" userId="b9dd9925-3f63-4f58-a981-e486d2a99324" providerId="ADAL" clId="{0CF33716-72C5-406E-BBB2-9BA0B3E1DE39}" dt="2025-07-03T03:25:21.540" v="17"/>
          <ac:spMkLst>
            <pc:docMk/>
            <pc:sldMk cId="2582537815" sldId="428"/>
            <ac:spMk id="8" creationId="{A9C14B56-65DF-0B90-045F-CE5FB60FB502}"/>
          </ac:spMkLst>
        </pc:spChg>
        <pc:spChg chg="mod">
          <ac:chgData name="Hidayaturrahman" userId="b9dd9925-3f63-4f58-a981-e486d2a99324" providerId="ADAL" clId="{0CF33716-72C5-406E-BBB2-9BA0B3E1DE39}" dt="2025-07-03T03:24:51.678" v="12"/>
          <ac:spMkLst>
            <pc:docMk/>
            <pc:sldMk cId="2582537815" sldId="428"/>
            <ac:spMk id="13" creationId="{DD226C64-94F4-E110-4BB5-E0B7EF9153A8}"/>
          </ac:spMkLst>
        </pc:spChg>
        <pc:picChg chg="del">
          <ac:chgData name="Hidayaturrahman" userId="b9dd9925-3f63-4f58-a981-e486d2a99324" providerId="ADAL" clId="{0CF33716-72C5-406E-BBB2-9BA0B3E1DE39}" dt="2025-07-03T03:25:11.422" v="15" actId="478"/>
          <ac:picMkLst>
            <pc:docMk/>
            <pc:sldMk cId="2582537815" sldId="428"/>
            <ac:picMk id="3" creationId="{94DC4D21-0C72-877F-0773-000EC3BA79FB}"/>
          </ac:picMkLst>
        </pc:picChg>
        <pc:picChg chg="add mod">
          <ac:chgData name="Hidayaturrahman" userId="b9dd9925-3f63-4f58-a981-e486d2a99324" providerId="ADAL" clId="{0CF33716-72C5-406E-BBB2-9BA0B3E1DE39}" dt="2025-07-03T03:26:38.364" v="28" actId="1076"/>
          <ac:picMkLst>
            <pc:docMk/>
            <pc:sldMk cId="2582537815" sldId="428"/>
            <ac:picMk id="1028" creationId="{A8796B52-EBDC-33DF-3D89-F20E5C1FD89A}"/>
          </ac:picMkLst>
        </pc:picChg>
      </pc:sldChg>
      <pc:sldChg chg="modSp mod">
        <pc:chgData name="Hidayaturrahman" userId="b9dd9925-3f63-4f58-a981-e486d2a99324" providerId="ADAL" clId="{0CF33716-72C5-406E-BBB2-9BA0B3E1DE39}" dt="2025-07-03T04:01:42.603" v="338" actId="12"/>
        <pc:sldMkLst>
          <pc:docMk/>
          <pc:sldMk cId="3930543394" sldId="460"/>
        </pc:sldMkLst>
        <pc:spChg chg="mod">
          <ac:chgData name="Hidayaturrahman" userId="b9dd9925-3f63-4f58-a981-e486d2a99324" providerId="ADAL" clId="{0CF33716-72C5-406E-BBB2-9BA0B3E1DE39}" dt="2025-07-03T04:01:42.603" v="338" actId="12"/>
          <ac:spMkLst>
            <pc:docMk/>
            <pc:sldMk cId="3930543394" sldId="460"/>
            <ac:spMk id="6" creationId="{3E2563AC-1234-2E12-38E6-11B67C3993EE}"/>
          </ac:spMkLst>
        </pc:spChg>
      </pc:sldChg>
      <pc:sldChg chg="modSp">
        <pc:chgData name="Hidayaturrahman" userId="b9dd9925-3f63-4f58-a981-e486d2a99324" providerId="ADAL" clId="{0CF33716-72C5-406E-BBB2-9BA0B3E1DE39}" dt="2025-07-03T03:24:43.074" v="11"/>
        <pc:sldMkLst>
          <pc:docMk/>
          <pc:sldMk cId="3527507550" sldId="474"/>
        </pc:sldMkLst>
        <pc:spChg chg="mod">
          <ac:chgData name="Hidayaturrahman" userId="b9dd9925-3f63-4f58-a981-e486d2a99324" providerId="ADAL" clId="{0CF33716-72C5-406E-BBB2-9BA0B3E1DE39}" dt="2025-07-03T03:24:43.074" v="11"/>
          <ac:spMkLst>
            <pc:docMk/>
            <pc:sldMk cId="3527507550" sldId="474"/>
            <ac:spMk id="2" creationId="{F672DF31-619B-B1D4-D309-562C411550AB}"/>
          </ac:spMkLst>
        </pc:spChg>
      </pc:sldChg>
      <pc:sldChg chg="delSp modSp new mod">
        <pc:chgData name="Hidayaturrahman" userId="b9dd9925-3f63-4f58-a981-e486d2a99324" providerId="ADAL" clId="{0CF33716-72C5-406E-BBB2-9BA0B3E1DE39}" dt="2025-07-03T03:29:52.910" v="51" actId="114"/>
        <pc:sldMkLst>
          <pc:docMk/>
          <pc:sldMk cId="2617825205" sldId="475"/>
        </pc:sldMkLst>
        <pc:spChg chg="mod">
          <ac:chgData name="Hidayaturrahman" userId="b9dd9925-3f63-4f58-a981-e486d2a99324" providerId="ADAL" clId="{0CF33716-72C5-406E-BBB2-9BA0B3E1DE39}" dt="2025-07-03T03:26:49.508" v="31" actId="27636"/>
          <ac:spMkLst>
            <pc:docMk/>
            <pc:sldMk cId="2617825205" sldId="475"/>
            <ac:spMk id="2" creationId="{4BFB650B-7195-885F-CBC1-D85BBB79ACC0}"/>
          </ac:spMkLst>
        </pc:spChg>
        <pc:spChg chg="mod">
          <ac:chgData name="Hidayaturrahman" userId="b9dd9925-3f63-4f58-a981-e486d2a99324" providerId="ADAL" clId="{0CF33716-72C5-406E-BBB2-9BA0B3E1DE39}" dt="2025-07-03T03:29:52.910" v="51" actId="114"/>
          <ac:spMkLst>
            <pc:docMk/>
            <pc:sldMk cId="2617825205" sldId="475"/>
            <ac:spMk id="4" creationId="{83837038-D6FB-7613-33E1-DCD14B005E71}"/>
          </ac:spMkLst>
        </pc:spChg>
        <pc:spChg chg="del">
          <ac:chgData name="Hidayaturrahman" userId="b9dd9925-3f63-4f58-a981-e486d2a99324" providerId="ADAL" clId="{0CF33716-72C5-406E-BBB2-9BA0B3E1DE39}" dt="2025-07-03T03:29:35.988" v="44" actId="478"/>
          <ac:spMkLst>
            <pc:docMk/>
            <pc:sldMk cId="2617825205" sldId="475"/>
            <ac:spMk id="5" creationId="{BA403F15-213F-3597-8E73-05E69F9961B3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731827828" sldId="475"/>
        </pc:sldMkLst>
      </pc:sldChg>
      <pc:sldChg chg="modSp new mod">
        <pc:chgData name="Hidayaturrahman" userId="b9dd9925-3f63-4f58-a981-e486d2a99324" providerId="ADAL" clId="{0CF33716-72C5-406E-BBB2-9BA0B3E1DE39}" dt="2025-07-03T03:31:21.064" v="57" actId="20577"/>
        <pc:sldMkLst>
          <pc:docMk/>
          <pc:sldMk cId="1204343009" sldId="476"/>
        </pc:sldMkLst>
        <pc:spChg chg="mod">
          <ac:chgData name="Hidayaturrahman" userId="b9dd9925-3f63-4f58-a981-e486d2a99324" providerId="ADAL" clId="{0CF33716-72C5-406E-BBB2-9BA0B3E1DE39}" dt="2025-07-03T03:31:09.079" v="54" actId="27636"/>
          <ac:spMkLst>
            <pc:docMk/>
            <pc:sldMk cId="1204343009" sldId="476"/>
            <ac:spMk id="2" creationId="{10708D3F-661C-1F3F-1D2F-9A9BF1D32864}"/>
          </ac:spMkLst>
        </pc:spChg>
        <pc:spChg chg="mod">
          <ac:chgData name="Hidayaturrahman" userId="b9dd9925-3f63-4f58-a981-e486d2a99324" providerId="ADAL" clId="{0CF33716-72C5-406E-BBB2-9BA0B3E1DE39}" dt="2025-07-03T03:31:21.064" v="57" actId="20577"/>
          <ac:spMkLst>
            <pc:docMk/>
            <pc:sldMk cId="1204343009" sldId="476"/>
            <ac:spMk id="4" creationId="{2E393CCD-5F20-7901-1493-270648D6D611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3554553219" sldId="476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353213898" sldId="477"/>
        </pc:sldMkLst>
      </pc:sldChg>
      <pc:sldChg chg="modSp new">
        <pc:chgData name="Hidayaturrahman" userId="b9dd9925-3f63-4f58-a981-e486d2a99324" providerId="ADAL" clId="{0CF33716-72C5-406E-BBB2-9BA0B3E1DE39}" dt="2025-07-03T03:31:37.863" v="59"/>
        <pc:sldMkLst>
          <pc:docMk/>
          <pc:sldMk cId="1936689318" sldId="477"/>
        </pc:sldMkLst>
        <pc:spChg chg="mod">
          <ac:chgData name="Hidayaturrahman" userId="b9dd9925-3f63-4f58-a981-e486d2a99324" providerId="ADAL" clId="{0CF33716-72C5-406E-BBB2-9BA0B3E1DE39}" dt="2025-07-03T03:31:37.863" v="59"/>
          <ac:spMkLst>
            <pc:docMk/>
            <pc:sldMk cId="1936689318" sldId="477"/>
            <ac:spMk id="2" creationId="{2ED9369F-A4C6-C573-649A-8F0420F717BC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95394709" sldId="478"/>
        </pc:sldMkLst>
      </pc:sldChg>
      <pc:sldChg chg="addSp delSp modSp new mod">
        <pc:chgData name="Hidayaturrahman" userId="b9dd9925-3f63-4f58-a981-e486d2a99324" providerId="ADAL" clId="{0CF33716-72C5-406E-BBB2-9BA0B3E1DE39}" dt="2025-07-03T03:42:50.863" v="78" actId="14100"/>
        <pc:sldMkLst>
          <pc:docMk/>
          <pc:sldMk cId="1973837963" sldId="478"/>
        </pc:sldMkLst>
        <pc:spChg chg="mod">
          <ac:chgData name="Hidayaturrahman" userId="b9dd9925-3f63-4f58-a981-e486d2a99324" providerId="ADAL" clId="{0CF33716-72C5-406E-BBB2-9BA0B3E1DE39}" dt="2025-07-03T03:31:56.861" v="62" actId="27636"/>
          <ac:spMkLst>
            <pc:docMk/>
            <pc:sldMk cId="1973837963" sldId="478"/>
            <ac:spMk id="2" creationId="{7D214997-F977-D1A6-AFB8-4F869D1447FB}"/>
          </ac:spMkLst>
        </pc:spChg>
        <pc:spChg chg="del">
          <ac:chgData name="Hidayaturrahman" userId="b9dd9925-3f63-4f58-a981-e486d2a99324" providerId="ADAL" clId="{0CF33716-72C5-406E-BBB2-9BA0B3E1DE39}" dt="2025-07-03T03:32:04.265" v="63"/>
          <ac:spMkLst>
            <pc:docMk/>
            <pc:sldMk cId="1973837963" sldId="478"/>
            <ac:spMk id="4" creationId="{7B07250E-CE06-FDBD-7439-486102F9F16C}"/>
          </ac:spMkLst>
        </pc:spChg>
        <pc:spChg chg="del">
          <ac:chgData name="Hidayaturrahman" userId="b9dd9925-3f63-4f58-a981-e486d2a99324" providerId="ADAL" clId="{0CF33716-72C5-406E-BBB2-9BA0B3E1DE39}" dt="2025-07-03T03:42:00.851" v="74" actId="478"/>
          <ac:spMkLst>
            <pc:docMk/>
            <pc:sldMk cId="1973837963" sldId="478"/>
            <ac:spMk id="5" creationId="{902450DD-9066-CEF6-9E9D-B06D18888D4D}"/>
          </ac:spMkLst>
        </pc:spChg>
        <pc:spChg chg="add mod">
          <ac:chgData name="Hidayaturrahman" userId="b9dd9925-3f63-4f58-a981-e486d2a99324" providerId="ADAL" clId="{0CF33716-72C5-406E-BBB2-9BA0B3E1DE39}" dt="2025-07-03T03:42:50.863" v="78" actId="14100"/>
          <ac:spMkLst>
            <pc:docMk/>
            <pc:sldMk cId="1973837963" sldId="478"/>
            <ac:spMk id="6" creationId="{6465B9CF-D164-07E3-3972-340D27EB5B1D}"/>
          </ac:spMkLst>
        </pc:spChg>
        <pc:spChg chg="add">
          <ac:chgData name="Hidayaturrahman" userId="b9dd9925-3f63-4f58-a981-e486d2a99324" providerId="ADAL" clId="{0CF33716-72C5-406E-BBB2-9BA0B3E1DE39}" dt="2025-07-03T03:42:03.125" v="75"/>
          <ac:spMkLst>
            <pc:docMk/>
            <pc:sldMk cId="1973837963" sldId="478"/>
            <ac:spMk id="7" creationId="{F33A7F9F-9ED9-9C22-1180-A8709B4EFB52}"/>
          </ac:spMkLst>
        </pc:spChg>
        <pc:picChg chg="add del">
          <ac:chgData name="Hidayaturrahman" userId="b9dd9925-3f63-4f58-a981-e486d2a99324" providerId="ADAL" clId="{0CF33716-72C5-406E-BBB2-9BA0B3E1DE39}" dt="2025-07-03T03:42:19.038" v="77" actId="478"/>
          <ac:picMkLst>
            <pc:docMk/>
            <pc:sldMk cId="1973837963" sldId="478"/>
            <ac:picMk id="2053" creationId="{CE514BD7-1F46-98F6-7F64-938C929DA40D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266976238" sldId="479"/>
        </pc:sldMkLst>
      </pc:sldChg>
      <pc:sldChg chg="addSp delSp modSp new mod">
        <pc:chgData name="Hidayaturrahman" userId="b9dd9925-3f63-4f58-a981-e486d2a99324" providerId="ADAL" clId="{0CF33716-72C5-406E-BBB2-9BA0B3E1DE39}" dt="2025-07-03T03:44:37.407" v="101" actId="207"/>
        <pc:sldMkLst>
          <pc:docMk/>
          <pc:sldMk cId="2684282828" sldId="479"/>
        </pc:sldMkLst>
        <pc:spChg chg="mod">
          <ac:chgData name="Hidayaturrahman" userId="b9dd9925-3f63-4f58-a981-e486d2a99324" providerId="ADAL" clId="{0CF33716-72C5-406E-BBB2-9BA0B3E1DE39}" dt="2025-07-03T03:43:13.746" v="81" actId="27636"/>
          <ac:spMkLst>
            <pc:docMk/>
            <pc:sldMk cId="2684282828" sldId="479"/>
            <ac:spMk id="2" creationId="{CCF230F2-E69F-E267-43D3-322AC162142A}"/>
          </ac:spMkLst>
        </pc:spChg>
        <pc:spChg chg="del">
          <ac:chgData name="Hidayaturrahman" userId="b9dd9925-3f63-4f58-a981-e486d2a99324" providerId="ADAL" clId="{0CF33716-72C5-406E-BBB2-9BA0B3E1DE39}" dt="2025-07-03T03:43:19.984" v="82"/>
          <ac:spMkLst>
            <pc:docMk/>
            <pc:sldMk cId="2684282828" sldId="479"/>
            <ac:spMk id="4" creationId="{784BC8E1-A78E-87CE-7A86-A756670B2123}"/>
          </ac:spMkLst>
        </pc:spChg>
        <pc:spChg chg="del">
          <ac:chgData name="Hidayaturrahman" userId="b9dd9925-3f63-4f58-a981-e486d2a99324" providerId="ADAL" clId="{0CF33716-72C5-406E-BBB2-9BA0B3E1DE39}" dt="2025-07-03T03:44:27.968" v="98" actId="478"/>
          <ac:spMkLst>
            <pc:docMk/>
            <pc:sldMk cId="2684282828" sldId="479"/>
            <ac:spMk id="5" creationId="{D797C545-E708-7CEE-CDA4-1530EBD6D5DA}"/>
          </ac:spMkLst>
        </pc:spChg>
        <pc:spChg chg="add mod">
          <ac:chgData name="Hidayaturrahman" userId="b9dd9925-3f63-4f58-a981-e486d2a99324" providerId="ADAL" clId="{0CF33716-72C5-406E-BBB2-9BA0B3E1DE39}" dt="2025-07-03T03:44:37.407" v="101" actId="207"/>
          <ac:spMkLst>
            <pc:docMk/>
            <pc:sldMk cId="2684282828" sldId="479"/>
            <ac:spMk id="6" creationId="{6307A00F-E4E6-7F6B-7CA0-27F3BC2CEF9C}"/>
          </ac:spMkLst>
        </pc:spChg>
        <pc:picChg chg="add mod">
          <ac:chgData name="Hidayaturrahman" userId="b9dd9925-3f63-4f58-a981-e486d2a99324" providerId="ADAL" clId="{0CF33716-72C5-406E-BBB2-9BA0B3E1DE39}" dt="2025-07-03T03:44:31.459" v="100" actId="1076"/>
          <ac:picMkLst>
            <pc:docMk/>
            <pc:sldMk cId="2684282828" sldId="479"/>
            <ac:picMk id="3075" creationId="{5AE376DA-8FCB-B185-F8B5-D5DF7E3E3C73}"/>
          </ac:picMkLst>
        </pc:picChg>
      </pc:sldChg>
      <pc:sldChg chg="addSp delSp modSp new mod">
        <pc:chgData name="Hidayaturrahman" userId="b9dd9925-3f63-4f58-a981-e486d2a99324" providerId="ADAL" clId="{0CF33716-72C5-406E-BBB2-9BA0B3E1DE39}" dt="2025-07-03T03:45:51.856" v="119" actId="1076"/>
        <pc:sldMkLst>
          <pc:docMk/>
          <pc:sldMk cId="1069353448" sldId="480"/>
        </pc:sldMkLst>
        <pc:spChg chg="mod">
          <ac:chgData name="Hidayaturrahman" userId="b9dd9925-3f63-4f58-a981-e486d2a99324" providerId="ADAL" clId="{0CF33716-72C5-406E-BBB2-9BA0B3E1DE39}" dt="2025-07-03T03:44:51.856" v="104" actId="27636"/>
          <ac:spMkLst>
            <pc:docMk/>
            <pc:sldMk cId="1069353448" sldId="480"/>
            <ac:spMk id="2" creationId="{97B169C8-AD0C-05F2-A609-C684951605B1}"/>
          </ac:spMkLst>
        </pc:spChg>
        <pc:spChg chg="del">
          <ac:chgData name="Hidayaturrahman" userId="b9dd9925-3f63-4f58-a981-e486d2a99324" providerId="ADAL" clId="{0CF33716-72C5-406E-BBB2-9BA0B3E1DE39}" dt="2025-07-03T03:44:58.600" v="105"/>
          <ac:spMkLst>
            <pc:docMk/>
            <pc:sldMk cId="1069353448" sldId="480"/>
            <ac:spMk id="4" creationId="{4EE65BA9-AC0A-8C32-DADD-274DF5E0EE11}"/>
          </ac:spMkLst>
        </pc:spChg>
        <pc:spChg chg="del">
          <ac:chgData name="Hidayaturrahman" userId="b9dd9925-3f63-4f58-a981-e486d2a99324" providerId="ADAL" clId="{0CF33716-72C5-406E-BBB2-9BA0B3E1DE39}" dt="2025-07-03T03:45:42.878" v="115" actId="478"/>
          <ac:spMkLst>
            <pc:docMk/>
            <pc:sldMk cId="1069353448" sldId="480"/>
            <ac:spMk id="5" creationId="{4B561A5C-3099-7573-EADD-557014CC7809}"/>
          </ac:spMkLst>
        </pc:spChg>
        <pc:spChg chg="add mod">
          <ac:chgData name="Hidayaturrahman" userId="b9dd9925-3f63-4f58-a981-e486d2a99324" providerId="ADAL" clId="{0CF33716-72C5-406E-BBB2-9BA0B3E1DE39}" dt="2025-07-03T03:45:51.856" v="119" actId="1076"/>
          <ac:spMkLst>
            <pc:docMk/>
            <pc:sldMk cId="1069353448" sldId="480"/>
            <ac:spMk id="6" creationId="{6ABC66F2-C49E-9C95-E63B-271C6DCE16A5}"/>
          </ac:spMkLst>
        </pc:spChg>
        <pc:picChg chg="add mod">
          <ac:chgData name="Hidayaturrahman" userId="b9dd9925-3f63-4f58-a981-e486d2a99324" providerId="ADAL" clId="{0CF33716-72C5-406E-BBB2-9BA0B3E1DE39}" dt="2025-07-03T03:45:49.524" v="118" actId="1076"/>
          <ac:picMkLst>
            <pc:docMk/>
            <pc:sldMk cId="1069353448" sldId="480"/>
            <ac:picMk id="4099" creationId="{F82AA09C-1202-DEC2-D18A-7DF2FD0CF019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419538912" sldId="480"/>
        </pc:sldMkLst>
      </pc:sldChg>
      <pc:sldChg chg="addSp delSp modSp new mod">
        <pc:chgData name="Hidayaturrahman" userId="b9dd9925-3f63-4f58-a981-e486d2a99324" providerId="ADAL" clId="{0CF33716-72C5-406E-BBB2-9BA0B3E1DE39}" dt="2025-07-03T03:47:22.444" v="138" actId="14100"/>
        <pc:sldMkLst>
          <pc:docMk/>
          <pc:sldMk cId="90465436" sldId="481"/>
        </pc:sldMkLst>
        <pc:spChg chg="mod">
          <ac:chgData name="Hidayaturrahman" userId="b9dd9925-3f63-4f58-a981-e486d2a99324" providerId="ADAL" clId="{0CF33716-72C5-406E-BBB2-9BA0B3E1DE39}" dt="2025-07-03T03:46:22.118" v="124"/>
          <ac:spMkLst>
            <pc:docMk/>
            <pc:sldMk cId="90465436" sldId="481"/>
            <ac:spMk id="2" creationId="{31CB8DD0-58D5-E8AD-2233-8AA87598D696}"/>
          </ac:spMkLst>
        </pc:spChg>
        <pc:spChg chg="del">
          <ac:chgData name="Hidayaturrahman" userId="b9dd9925-3f63-4f58-a981-e486d2a99324" providerId="ADAL" clId="{0CF33716-72C5-406E-BBB2-9BA0B3E1DE39}" dt="2025-07-03T03:46:29.325" v="125"/>
          <ac:spMkLst>
            <pc:docMk/>
            <pc:sldMk cId="90465436" sldId="481"/>
            <ac:spMk id="4" creationId="{73DFA7DB-174A-3B25-0AE9-8A43F21971AA}"/>
          </ac:spMkLst>
        </pc:spChg>
        <pc:spChg chg="del">
          <ac:chgData name="Hidayaturrahman" userId="b9dd9925-3f63-4f58-a981-e486d2a99324" providerId="ADAL" clId="{0CF33716-72C5-406E-BBB2-9BA0B3E1DE39}" dt="2025-07-03T03:47:16.161" v="135" actId="478"/>
          <ac:spMkLst>
            <pc:docMk/>
            <pc:sldMk cId="90465436" sldId="481"/>
            <ac:spMk id="5" creationId="{4E44481F-2CCC-EF21-D39C-0D8F7ED0432A}"/>
          </ac:spMkLst>
        </pc:spChg>
        <pc:spChg chg="add mod">
          <ac:chgData name="Hidayaturrahman" userId="b9dd9925-3f63-4f58-a981-e486d2a99324" providerId="ADAL" clId="{0CF33716-72C5-406E-BBB2-9BA0B3E1DE39}" dt="2025-07-03T03:46:37.071" v="134" actId="12"/>
          <ac:spMkLst>
            <pc:docMk/>
            <pc:sldMk cId="90465436" sldId="481"/>
            <ac:spMk id="6" creationId="{0BE8F4FF-7AF1-AF42-8626-44E4B310ACC5}"/>
          </ac:spMkLst>
        </pc:spChg>
        <pc:picChg chg="add mod">
          <ac:chgData name="Hidayaturrahman" userId="b9dd9925-3f63-4f58-a981-e486d2a99324" providerId="ADAL" clId="{0CF33716-72C5-406E-BBB2-9BA0B3E1DE39}" dt="2025-07-03T03:47:22.444" v="138" actId="14100"/>
          <ac:picMkLst>
            <pc:docMk/>
            <pc:sldMk cId="90465436" sldId="481"/>
            <ac:picMk id="5123" creationId="{8C564DC7-746E-68FB-3156-3B72EBD62A68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888639791" sldId="481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335066712" sldId="482"/>
        </pc:sldMkLst>
      </pc:sldChg>
      <pc:sldChg chg="modSp new">
        <pc:chgData name="Hidayaturrahman" userId="b9dd9925-3f63-4f58-a981-e486d2a99324" providerId="ADAL" clId="{0CF33716-72C5-406E-BBB2-9BA0B3E1DE39}" dt="2025-07-03T03:46:12.792" v="122"/>
        <pc:sldMkLst>
          <pc:docMk/>
          <pc:sldMk cId="2871554787" sldId="482"/>
        </pc:sldMkLst>
        <pc:spChg chg="mod">
          <ac:chgData name="Hidayaturrahman" userId="b9dd9925-3f63-4f58-a981-e486d2a99324" providerId="ADAL" clId="{0CF33716-72C5-406E-BBB2-9BA0B3E1DE39}" dt="2025-07-03T03:46:12.792" v="122"/>
          <ac:spMkLst>
            <pc:docMk/>
            <pc:sldMk cId="2871554787" sldId="482"/>
            <ac:spMk id="2" creationId="{ABBC82E3-E1D7-E65E-C467-E83B3D942527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797850621" sldId="483"/>
        </pc:sldMkLst>
      </pc:sldChg>
      <pc:sldChg chg="addSp delSp modSp new mod">
        <pc:chgData name="Hidayaturrahman" userId="b9dd9925-3f63-4f58-a981-e486d2a99324" providerId="ADAL" clId="{0CF33716-72C5-406E-BBB2-9BA0B3E1DE39}" dt="2025-07-03T03:47:59.582" v="153" actId="14100"/>
        <pc:sldMkLst>
          <pc:docMk/>
          <pc:sldMk cId="2307560461" sldId="483"/>
        </pc:sldMkLst>
        <pc:spChg chg="mod">
          <ac:chgData name="Hidayaturrahman" userId="b9dd9925-3f63-4f58-a981-e486d2a99324" providerId="ADAL" clId="{0CF33716-72C5-406E-BBB2-9BA0B3E1DE39}" dt="2025-07-03T03:47:39.413" v="141" actId="27636"/>
          <ac:spMkLst>
            <pc:docMk/>
            <pc:sldMk cId="2307560461" sldId="483"/>
            <ac:spMk id="2" creationId="{F5BF3FF8-2D73-9FCC-A233-7E9708BC5A8E}"/>
          </ac:spMkLst>
        </pc:spChg>
        <pc:spChg chg="del">
          <ac:chgData name="Hidayaturrahman" userId="b9dd9925-3f63-4f58-a981-e486d2a99324" providerId="ADAL" clId="{0CF33716-72C5-406E-BBB2-9BA0B3E1DE39}" dt="2025-07-03T03:47:47.804" v="142"/>
          <ac:spMkLst>
            <pc:docMk/>
            <pc:sldMk cId="2307560461" sldId="483"/>
            <ac:spMk id="4" creationId="{BD85BA83-93E1-4891-F359-D535E3A162E4}"/>
          </ac:spMkLst>
        </pc:spChg>
        <pc:spChg chg="add mod">
          <ac:chgData name="Hidayaturrahman" userId="b9dd9925-3f63-4f58-a981-e486d2a99324" providerId="ADAL" clId="{0CF33716-72C5-406E-BBB2-9BA0B3E1DE39}" dt="2025-07-03T03:47:59.582" v="153" actId="14100"/>
          <ac:spMkLst>
            <pc:docMk/>
            <pc:sldMk cId="2307560461" sldId="483"/>
            <ac:spMk id="6" creationId="{E0B08D24-F055-77D6-7578-5A7FF44F56E0}"/>
          </ac:spMkLst>
        </pc:spChg>
      </pc:sldChg>
      <pc:sldChg chg="addSp delSp modSp new mod">
        <pc:chgData name="Hidayaturrahman" userId="b9dd9925-3f63-4f58-a981-e486d2a99324" providerId="ADAL" clId="{0CF33716-72C5-406E-BBB2-9BA0B3E1DE39}" dt="2025-07-03T03:51:50.222" v="172" actId="14100"/>
        <pc:sldMkLst>
          <pc:docMk/>
          <pc:sldMk cId="1406080331" sldId="484"/>
        </pc:sldMkLst>
        <pc:spChg chg="mod">
          <ac:chgData name="Hidayaturrahman" userId="b9dd9925-3f63-4f58-a981-e486d2a99324" providerId="ADAL" clId="{0CF33716-72C5-406E-BBB2-9BA0B3E1DE39}" dt="2025-07-03T03:48:12.601" v="156" actId="27636"/>
          <ac:spMkLst>
            <pc:docMk/>
            <pc:sldMk cId="1406080331" sldId="484"/>
            <ac:spMk id="2" creationId="{B602EB37-B443-DBBE-F3BE-18DFCEA2733C}"/>
          </ac:spMkLst>
        </pc:spChg>
        <pc:spChg chg="mod">
          <ac:chgData name="Hidayaturrahman" userId="b9dd9925-3f63-4f58-a981-e486d2a99324" providerId="ADAL" clId="{0CF33716-72C5-406E-BBB2-9BA0B3E1DE39}" dt="2025-07-03T03:51:15.095" v="167" actId="15"/>
          <ac:spMkLst>
            <pc:docMk/>
            <pc:sldMk cId="1406080331" sldId="484"/>
            <ac:spMk id="4" creationId="{6319116D-2831-5C27-3982-849B044234E3}"/>
          </ac:spMkLst>
        </pc:spChg>
        <pc:spChg chg="del">
          <ac:chgData name="Hidayaturrahman" userId="b9dd9925-3f63-4f58-a981-e486d2a99324" providerId="ADAL" clId="{0CF33716-72C5-406E-BBB2-9BA0B3E1DE39}" dt="2025-07-03T03:48:40.067" v="160" actId="478"/>
          <ac:spMkLst>
            <pc:docMk/>
            <pc:sldMk cId="1406080331" sldId="484"/>
            <ac:spMk id="5" creationId="{32DBE20F-0F58-189A-1F3B-6E2295293A02}"/>
          </ac:spMkLst>
        </pc:spChg>
        <pc:spChg chg="add del">
          <ac:chgData name="Hidayaturrahman" userId="b9dd9925-3f63-4f58-a981-e486d2a99324" providerId="ADAL" clId="{0CF33716-72C5-406E-BBB2-9BA0B3E1DE39}" dt="2025-07-03T03:48:38.727" v="159" actId="22"/>
          <ac:spMkLst>
            <pc:docMk/>
            <pc:sldMk cId="1406080331" sldId="484"/>
            <ac:spMk id="7" creationId="{E2836013-14E7-48D9-8D01-09216C43A524}"/>
          </ac:spMkLst>
        </pc:spChg>
        <pc:spChg chg="add mod">
          <ac:chgData name="Hidayaturrahman" userId="b9dd9925-3f63-4f58-a981-e486d2a99324" providerId="ADAL" clId="{0CF33716-72C5-406E-BBB2-9BA0B3E1DE39}" dt="2025-07-03T03:51:12.816" v="166" actId="15"/>
          <ac:spMkLst>
            <pc:docMk/>
            <pc:sldMk cId="1406080331" sldId="484"/>
            <ac:spMk id="8" creationId="{FC5F9BB4-8992-F0C3-BA77-CFF8BF010A84}"/>
          </ac:spMkLst>
        </pc:spChg>
        <pc:spChg chg="add mod">
          <ac:chgData name="Hidayaturrahman" userId="b9dd9925-3f63-4f58-a981-e486d2a99324" providerId="ADAL" clId="{0CF33716-72C5-406E-BBB2-9BA0B3E1DE39}" dt="2025-07-03T03:48:49.534" v="164"/>
          <ac:spMkLst>
            <pc:docMk/>
            <pc:sldMk cId="1406080331" sldId="484"/>
            <ac:spMk id="9" creationId="{2B89D6AC-0731-565B-EC70-0C3F1F0A7124}"/>
          </ac:spMkLst>
        </pc:spChg>
        <pc:picChg chg="add mod">
          <ac:chgData name="Hidayaturrahman" userId="b9dd9925-3f63-4f58-a981-e486d2a99324" providerId="ADAL" clId="{0CF33716-72C5-406E-BBB2-9BA0B3E1DE39}" dt="2025-07-03T03:51:50.222" v="172" actId="14100"/>
          <ac:picMkLst>
            <pc:docMk/>
            <pc:sldMk cId="1406080331" sldId="484"/>
            <ac:picMk id="7170" creationId="{ED1FE367-5919-75AC-6C5D-7EE00767B9A3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779039304" sldId="484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731540296" sldId="485"/>
        </pc:sldMkLst>
      </pc:sldChg>
      <pc:sldChg chg="addSp modSp new mod">
        <pc:chgData name="Hidayaturrahman" userId="b9dd9925-3f63-4f58-a981-e486d2a99324" providerId="ADAL" clId="{0CF33716-72C5-406E-BBB2-9BA0B3E1DE39}" dt="2025-07-03T03:52:21.006" v="177" actId="14100"/>
        <pc:sldMkLst>
          <pc:docMk/>
          <pc:sldMk cId="2276119370" sldId="485"/>
        </pc:sldMkLst>
        <pc:spChg chg="mod">
          <ac:chgData name="Hidayaturrahman" userId="b9dd9925-3f63-4f58-a981-e486d2a99324" providerId="ADAL" clId="{0CF33716-72C5-406E-BBB2-9BA0B3E1DE39}" dt="2025-07-03T03:52:08.179" v="175" actId="27636"/>
          <ac:spMkLst>
            <pc:docMk/>
            <pc:sldMk cId="2276119370" sldId="485"/>
            <ac:spMk id="2" creationId="{7FD16E51-76B6-1662-A22F-B83D8581A2C6}"/>
          </ac:spMkLst>
        </pc:spChg>
        <pc:picChg chg="add mod">
          <ac:chgData name="Hidayaturrahman" userId="b9dd9925-3f63-4f58-a981-e486d2a99324" providerId="ADAL" clId="{0CF33716-72C5-406E-BBB2-9BA0B3E1DE39}" dt="2025-07-03T03:52:21.006" v="177" actId="14100"/>
          <ac:picMkLst>
            <pc:docMk/>
            <pc:sldMk cId="2276119370" sldId="485"/>
            <ac:picMk id="7" creationId="{9DE9E093-9F42-A1C5-C9D3-8C4E7B43B79B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46010320" sldId="486"/>
        </pc:sldMkLst>
      </pc:sldChg>
      <pc:sldChg chg="addSp modSp new mod">
        <pc:chgData name="Hidayaturrahman" userId="b9dd9925-3f63-4f58-a981-e486d2a99324" providerId="ADAL" clId="{0CF33716-72C5-406E-BBB2-9BA0B3E1DE39}" dt="2025-07-03T03:52:47.279" v="182" actId="14100"/>
        <pc:sldMkLst>
          <pc:docMk/>
          <pc:sldMk cId="3394192663" sldId="486"/>
        </pc:sldMkLst>
        <pc:spChg chg="mod">
          <ac:chgData name="Hidayaturrahman" userId="b9dd9925-3f63-4f58-a981-e486d2a99324" providerId="ADAL" clId="{0CF33716-72C5-406E-BBB2-9BA0B3E1DE39}" dt="2025-07-03T03:52:35.465" v="180" actId="27636"/>
          <ac:spMkLst>
            <pc:docMk/>
            <pc:sldMk cId="3394192663" sldId="486"/>
            <ac:spMk id="2" creationId="{04CFF8B7-E842-38CF-B152-5E915BB92A4A}"/>
          </ac:spMkLst>
        </pc:spChg>
        <pc:picChg chg="add mod">
          <ac:chgData name="Hidayaturrahman" userId="b9dd9925-3f63-4f58-a981-e486d2a99324" providerId="ADAL" clId="{0CF33716-72C5-406E-BBB2-9BA0B3E1DE39}" dt="2025-07-03T03:52:47.279" v="182" actId="14100"/>
          <ac:picMkLst>
            <pc:docMk/>
            <pc:sldMk cId="3394192663" sldId="486"/>
            <ac:picMk id="7" creationId="{6253D5F7-6233-57AF-BB3D-10EEFE3F9D5F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252506662" sldId="487"/>
        </pc:sldMkLst>
      </pc:sldChg>
      <pc:sldChg chg="addSp delSp modSp new mod">
        <pc:chgData name="Hidayaturrahman" userId="b9dd9925-3f63-4f58-a981-e486d2a99324" providerId="ADAL" clId="{0CF33716-72C5-406E-BBB2-9BA0B3E1DE39}" dt="2025-07-03T03:53:32.667" v="199" actId="12"/>
        <pc:sldMkLst>
          <pc:docMk/>
          <pc:sldMk cId="2860808147" sldId="487"/>
        </pc:sldMkLst>
        <pc:spChg chg="mod">
          <ac:chgData name="Hidayaturrahman" userId="b9dd9925-3f63-4f58-a981-e486d2a99324" providerId="ADAL" clId="{0CF33716-72C5-406E-BBB2-9BA0B3E1DE39}" dt="2025-07-03T03:53:19.667" v="189"/>
          <ac:spMkLst>
            <pc:docMk/>
            <pc:sldMk cId="2860808147" sldId="487"/>
            <ac:spMk id="2" creationId="{AAFA426E-75B8-B6EA-5973-6B4D7F913D32}"/>
          </ac:spMkLst>
        </pc:spChg>
        <pc:spChg chg="del">
          <ac:chgData name="Hidayaturrahman" userId="b9dd9925-3f63-4f58-a981-e486d2a99324" providerId="ADAL" clId="{0CF33716-72C5-406E-BBB2-9BA0B3E1DE39}" dt="2025-07-03T03:53:25.656" v="190"/>
          <ac:spMkLst>
            <pc:docMk/>
            <pc:sldMk cId="2860808147" sldId="487"/>
            <ac:spMk id="4" creationId="{86F6B0EE-03CD-41A4-DBAA-CB19A41279EC}"/>
          </ac:spMkLst>
        </pc:spChg>
        <pc:spChg chg="add mod">
          <ac:chgData name="Hidayaturrahman" userId="b9dd9925-3f63-4f58-a981-e486d2a99324" providerId="ADAL" clId="{0CF33716-72C5-406E-BBB2-9BA0B3E1DE39}" dt="2025-07-03T03:53:32.667" v="199" actId="12"/>
          <ac:spMkLst>
            <pc:docMk/>
            <pc:sldMk cId="2860808147" sldId="487"/>
            <ac:spMk id="6" creationId="{EE12E8B7-9071-D4D5-006E-5B1134FB033F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974503170" sldId="488"/>
        </pc:sldMkLst>
      </pc:sldChg>
      <pc:sldChg chg="addSp delSp modSp new mod">
        <pc:chgData name="Hidayaturrahman" userId="b9dd9925-3f63-4f58-a981-e486d2a99324" providerId="ADAL" clId="{0CF33716-72C5-406E-BBB2-9BA0B3E1DE39}" dt="2025-07-03T03:53:13.574" v="187"/>
        <pc:sldMkLst>
          <pc:docMk/>
          <pc:sldMk cId="4017179132" sldId="488"/>
        </pc:sldMkLst>
        <pc:spChg chg="mod">
          <ac:chgData name="Hidayaturrahman" userId="b9dd9925-3f63-4f58-a981-e486d2a99324" providerId="ADAL" clId="{0CF33716-72C5-406E-BBB2-9BA0B3E1DE39}" dt="2025-07-03T03:53:13.574" v="187"/>
          <ac:spMkLst>
            <pc:docMk/>
            <pc:sldMk cId="4017179132" sldId="488"/>
            <ac:spMk id="2" creationId="{E7284628-977A-3B9E-4364-86A0F92E1F39}"/>
          </ac:spMkLst>
        </pc:spChg>
        <pc:picChg chg="add del">
          <ac:chgData name="Hidayaturrahman" userId="b9dd9925-3f63-4f58-a981-e486d2a99324" providerId="ADAL" clId="{0CF33716-72C5-406E-BBB2-9BA0B3E1DE39}" dt="2025-07-03T03:53:08.963" v="186" actId="478"/>
          <ac:picMkLst>
            <pc:docMk/>
            <pc:sldMk cId="4017179132" sldId="488"/>
            <ac:picMk id="4" creationId="{75620F7B-69FB-D268-4ADE-D5A0EAF98B38}"/>
          </ac:picMkLst>
        </pc:picChg>
      </pc:sldChg>
      <pc:sldChg chg="addSp delSp modSp new mod">
        <pc:chgData name="Hidayaturrahman" userId="b9dd9925-3f63-4f58-a981-e486d2a99324" providerId="ADAL" clId="{0CF33716-72C5-406E-BBB2-9BA0B3E1DE39}" dt="2025-07-03T03:55:04.163" v="215" actId="1076"/>
        <pc:sldMkLst>
          <pc:docMk/>
          <pc:sldMk cId="1100762534" sldId="489"/>
        </pc:sldMkLst>
        <pc:spChg chg="mod">
          <ac:chgData name="Hidayaturrahman" userId="b9dd9925-3f63-4f58-a981-e486d2a99324" providerId="ADAL" clId="{0CF33716-72C5-406E-BBB2-9BA0B3E1DE39}" dt="2025-07-03T03:53:42.927" v="202" actId="27636"/>
          <ac:spMkLst>
            <pc:docMk/>
            <pc:sldMk cId="1100762534" sldId="489"/>
            <ac:spMk id="2" creationId="{13EB09EB-BC42-8449-8E8E-492CBE0F3626}"/>
          </ac:spMkLst>
        </pc:spChg>
        <pc:spChg chg="del">
          <ac:chgData name="Hidayaturrahman" userId="b9dd9925-3f63-4f58-a981-e486d2a99324" providerId="ADAL" clId="{0CF33716-72C5-406E-BBB2-9BA0B3E1DE39}" dt="2025-07-03T03:53:48.986" v="203"/>
          <ac:spMkLst>
            <pc:docMk/>
            <pc:sldMk cId="1100762534" sldId="489"/>
            <ac:spMk id="4" creationId="{18D30F0B-B019-B01F-D1F6-8B7ABF9CDBB4}"/>
          </ac:spMkLst>
        </pc:spChg>
        <pc:spChg chg="del">
          <ac:chgData name="Hidayaturrahman" userId="b9dd9925-3f63-4f58-a981-e486d2a99324" providerId="ADAL" clId="{0CF33716-72C5-406E-BBB2-9BA0B3E1DE39}" dt="2025-07-03T03:55:00.259" v="213" actId="478"/>
          <ac:spMkLst>
            <pc:docMk/>
            <pc:sldMk cId="1100762534" sldId="489"/>
            <ac:spMk id="5" creationId="{A04B0688-6F36-B889-4E32-4456758672A2}"/>
          </ac:spMkLst>
        </pc:spChg>
        <pc:spChg chg="add mod">
          <ac:chgData name="Hidayaturrahman" userId="b9dd9925-3f63-4f58-a981-e486d2a99324" providerId="ADAL" clId="{0CF33716-72C5-406E-BBB2-9BA0B3E1DE39}" dt="2025-07-03T03:53:55.715" v="212" actId="2710"/>
          <ac:spMkLst>
            <pc:docMk/>
            <pc:sldMk cId="1100762534" sldId="489"/>
            <ac:spMk id="6" creationId="{99C44B56-86D8-2CAE-A359-633FBEEC431B}"/>
          </ac:spMkLst>
        </pc:spChg>
        <pc:picChg chg="add mod">
          <ac:chgData name="Hidayaturrahman" userId="b9dd9925-3f63-4f58-a981-e486d2a99324" providerId="ADAL" clId="{0CF33716-72C5-406E-BBB2-9BA0B3E1DE39}" dt="2025-07-03T03:55:04.163" v="215" actId="1076"/>
          <ac:picMkLst>
            <pc:docMk/>
            <pc:sldMk cId="1100762534" sldId="489"/>
            <ac:picMk id="9219" creationId="{98BC9461-4013-9CBB-27B8-7D17FE16BB13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845211919" sldId="489"/>
        </pc:sldMkLst>
      </pc:sldChg>
      <pc:sldChg chg="addSp modSp new mod">
        <pc:chgData name="Hidayaturrahman" userId="b9dd9925-3f63-4f58-a981-e486d2a99324" providerId="ADAL" clId="{0CF33716-72C5-406E-BBB2-9BA0B3E1DE39}" dt="2025-07-03T03:55:35.794" v="221" actId="1076"/>
        <pc:sldMkLst>
          <pc:docMk/>
          <pc:sldMk cId="390731509" sldId="490"/>
        </pc:sldMkLst>
        <pc:spChg chg="mod">
          <ac:chgData name="Hidayaturrahman" userId="b9dd9925-3f63-4f58-a981-e486d2a99324" providerId="ADAL" clId="{0CF33716-72C5-406E-BBB2-9BA0B3E1DE39}" dt="2025-07-03T03:55:22.576" v="218" actId="27636"/>
          <ac:spMkLst>
            <pc:docMk/>
            <pc:sldMk cId="390731509" sldId="490"/>
            <ac:spMk id="2" creationId="{AA175135-4014-F129-8358-FBF6C4246516}"/>
          </ac:spMkLst>
        </pc:spChg>
        <pc:picChg chg="add mod">
          <ac:chgData name="Hidayaturrahman" userId="b9dd9925-3f63-4f58-a981-e486d2a99324" providerId="ADAL" clId="{0CF33716-72C5-406E-BBB2-9BA0B3E1DE39}" dt="2025-07-03T03:55:35.794" v="221" actId="1076"/>
          <ac:picMkLst>
            <pc:docMk/>
            <pc:sldMk cId="390731509" sldId="490"/>
            <ac:picMk id="7" creationId="{4D0FEFD3-1838-8019-8EF8-6C55AC84AF2B}"/>
          </ac:picMkLst>
        </pc:pic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693805621" sldId="490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069869673" sldId="491"/>
        </pc:sldMkLst>
      </pc:sldChg>
      <pc:sldChg chg="modSp new">
        <pc:chgData name="Hidayaturrahman" userId="b9dd9925-3f63-4f58-a981-e486d2a99324" providerId="ADAL" clId="{0CF33716-72C5-406E-BBB2-9BA0B3E1DE39}" dt="2025-07-03T03:55:47.034" v="223"/>
        <pc:sldMkLst>
          <pc:docMk/>
          <pc:sldMk cId="3221828076" sldId="491"/>
        </pc:sldMkLst>
        <pc:spChg chg="mod">
          <ac:chgData name="Hidayaturrahman" userId="b9dd9925-3f63-4f58-a981-e486d2a99324" providerId="ADAL" clId="{0CF33716-72C5-406E-BBB2-9BA0B3E1DE39}" dt="2025-07-03T03:55:47.034" v="223"/>
          <ac:spMkLst>
            <pc:docMk/>
            <pc:sldMk cId="3221828076" sldId="491"/>
            <ac:spMk id="2" creationId="{74AC565D-E3F7-A2B4-EC1A-996FE25BF27F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359996758" sldId="492"/>
        </pc:sldMkLst>
      </pc:sldChg>
      <pc:sldChg chg="addSp delSp modSp new mod">
        <pc:chgData name="Hidayaturrahman" userId="b9dd9925-3f63-4f58-a981-e486d2a99324" providerId="ADAL" clId="{0CF33716-72C5-406E-BBB2-9BA0B3E1DE39}" dt="2025-07-03T03:57:25.118" v="249"/>
        <pc:sldMkLst>
          <pc:docMk/>
          <pc:sldMk cId="2452660944" sldId="492"/>
        </pc:sldMkLst>
        <pc:spChg chg="mod">
          <ac:chgData name="Hidayaturrahman" userId="b9dd9925-3f63-4f58-a981-e486d2a99324" providerId="ADAL" clId="{0CF33716-72C5-406E-BBB2-9BA0B3E1DE39}" dt="2025-07-03T03:57:25.118" v="249"/>
          <ac:spMkLst>
            <pc:docMk/>
            <pc:sldMk cId="2452660944" sldId="492"/>
            <ac:spMk id="2" creationId="{07FE315F-EEB3-647D-8BD1-8E3D3F4B3504}"/>
          </ac:spMkLst>
        </pc:spChg>
        <pc:spChg chg="del mod">
          <ac:chgData name="Hidayaturrahman" userId="b9dd9925-3f63-4f58-a981-e486d2a99324" providerId="ADAL" clId="{0CF33716-72C5-406E-BBB2-9BA0B3E1DE39}" dt="2025-07-03T03:56:05.310" v="230"/>
          <ac:spMkLst>
            <pc:docMk/>
            <pc:sldMk cId="2452660944" sldId="492"/>
            <ac:spMk id="4" creationId="{6B519490-EDFE-1F29-C43F-C08844C76A4E}"/>
          </ac:spMkLst>
        </pc:spChg>
        <pc:spChg chg="del">
          <ac:chgData name="Hidayaturrahman" userId="b9dd9925-3f63-4f58-a981-e486d2a99324" providerId="ADAL" clId="{0CF33716-72C5-406E-BBB2-9BA0B3E1DE39}" dt="2025-07-03T03:56:56.094" v="240" actId="478"/>
          <ac:spMkLst>
            <pc:docMk/>
            <pc:sldMk cId="2452660944" sldId="492"/>
            <ac:spMk id="5" creationId="{510A2A1D-FEA1-6335-2670-5D02A557E859}"/>
          </ac:spMkLst>
        </pc:spChg>
        <pc:spChg chg="add mod">
          <ac:chgData name="Hidayaturrahman" userId="b9dd9925-3f63-4f58-a981-e486d2a99324" providerId="ADAL" clId="{0CF33716-72C5-406E-BBB2-9BA0B3E1DE39}" dt="2025-07-03T03:57:11.254" v="247" actId="14100"/>
          <ac:spMkLst>
            <pc:docMk/>
            <pc:sldMk cId="2452660944" sldId="492"/>
            <ac:spMk id="6" creationId="{AED11C6C-936E-6E17-FB76-E2C728A6DAC2}"/>
          </ac:spMkLst>
        </pc:spChg>
        <pc:picChg chg="add mod">
          <ac:chgData name="Hidayaturrahman" userId="b9dd9925-3f63-4f58-a981-e486d2a99324" providerId="ADAL" clId="{0CF33716-72C5-406E-BBB2-9BA0B3E1DE39}" dt="2025-07-03T03:57:12.888" v="248" actId="1076"/>
          <ac:picMkLst>
            <pc:docMk/>
            <pc:sldMk cId="2452660944" sldId="492"/>
            <ac:picMk id="10243" creationId="{2B2E9769-ACF0-6BC6-1C3B-CCA62413B8C6}"/>
          </ac:picMkLst>
        </pc:picChg>
      </pc:sldChg>
      <pc:sldChg chg="addSp delSp modSp new mod chgLayout">
        <pc:chgData name="Hidayaturrahman" userId="b9dd9925-3f63-4f58-a981-e486d2a99324" providerId="ADAL" clId="{0CF33716-72C5-406E-BBB2-9BA0B3E1DE39}" dt="2025-07-03T03:58:52.073" v="278" actId="12"/>
        <pc:sldMkLst>
          <pc:docMk/>
          <pc:sldMk cId="1309763209" sldId="493"/>
        </pc:sldMkLst>
        <pc:spChg chg="mod ord">
          <ac:chgData name="Hidayaturrahman" userId="b9dd9925-3f63-4f58-a981-e486d2a99324" providerId="ADAL" clId="{0CF33716-72C5-406E-BBB2-9BA0B3E1DE39}" dt="2025-07-03T03:58:44.610" v="268" actId="700"/>
          <ac:spMkLst>
            <pc:docMk/>
            <pc:sldMk cId="1309763209" sldId="493"/>
            <ac:spMk id="2" creationId="{9B8F4FC7-7814-CBAB-21DB-7D45DA9A05D5}"/>
          </ac:spMkLst>
        </pc:spChg>
        <pc:spChg chg="del">
          <ac:chgData name="Hidayaturrahman" userId="b9dd9925-3f63-4f58-a981-e486d2a99324" providerId="ADAL" clId="{0CF33716-72C5-406E-BBB2-9BA0B3E1DE39}" dt="2025-07-03T03:58:44.610" v="268" actId="700"/>
          <ac:spMkLst>
            <pc:docMk/>
            <pc:sldMk cId="1309763209" sldId="493"/>
            <ac:spMk id="3" creationId="{4A026998-7803-86B5-D3C8-437B10E28E16}"/>
          </ac:spMkLst>
        </pc:spChg>
        <pc:spChg chg="del">
          <ac:chgData name="Hidayaturrahman" userId="b9dd9925-3f63-4f58-a981-e486d2a99324" providerId="ADAL" clId="{0CF33716-72C5-406E-BBB2-9BA0B3E1DE39}" dt="2025-07-03T03:57:44.078" v="253" actId="478"/>
          <ac:spMkLst>
            <pc:docMk/>
            <pc:sldMk cId="1309763209" sldId="493"/>
            <ac:spMk id="4" creationId="{8D8CC0F6-0646-3230-FA11-52733FAED842}"/>
          </ac:spMkLst>
        </pc:spChg>
        <pc:spChg chg="del">
          <ac:chgData name="Hidayaturrahman" userId="b9dd9925-3f63-4f58-a981-e486d2a99324" providerId="ADAL" clId="{0CF33716-72C5-406E-BBB2-9BA0B3E1DE39}" dt="2025-07-03T03:57:44.889" v="254" actId="478"/>
          <ac:spMkLst>
            <pc:docMk/>
            <pc:sldMk cId="1309763209" sldId="493"/>
            <ac:spMk id="5" creationId="{D6F57D15-E1AD-09AE-90EF-EB55DFCF764C}"/>
          </ac:spMkLst>
        </pc:spChg>
        <pc:spChg chg="add mod ord">
          <ac:chgData name="Hidayaturrahman" userId="b9dd9925-3f63-4f58-a981-e486d2a99324" providerId="ADAL" clId="{0CF33716-72C5-406E-BBB2-9BA0B3E1DE39}" dt="2025-07-03T03:58:44.610" v="268" actId="700"/>
          <ac:spMkLst>
            <pc:docMk/>
            <pc:sldMk cId="1309763209" sldId="493"/>
            <ac:spMk id="7" creationId="{93231CA8-36FF-7903-D1EB-D9C47440B1F7}"/>
          </ac:spMkLst>
        </pc:spChg>
        <pc:spChg chg="add del mod ord">
          <ac:chgData name="Hidayaturrahman" userId="b9dd9925-3f63-4f58-a981-e486d2a99324" providerId="ADAL" clId="{0CF33716-72C5-406E-BBB2-9BA0B3E1DE39}" dt="2025-07-03T03:58:46.578" v="269"/>
          <ac:spMkLst>
            <pc:docMk/>
            <pc:sldMk cId="1309763209" sldId="493"/>
            <ac:spMk id="8" creationId="{BC5315FD-C4B6-6567-C801-DD8E7741B6C6}"/>
          </ac:spMkLst>
        </pc:spChg>
        <pc:spChg chg="add mod ord">
          <ac:chgData name="Hidayaturrahman" userId="b9dd9925-3f63-4f58-a981-e486d2a99324" providerId="ADAL" clId="{0CF33716-72C5-406E-BBB2-9BA0B3E1DE39}" dt="2025-07-03T03:58:44.610" v="268" actId="700"/>
          <ac:spMkLst>
            <pc:docMk/>
            <pc:sldMk cId="1309763209" sldId="493"/>
            <ac:spMk id="9" creationId="{C1D66B80-44D6-8116-E0C1-1A1EFA8629A6}"/>
          </ac:spMkLst>
        </pc:spChg>
        <pc:spChg chg="add mod">
          <ac:chgData name="Hidayaturrahman" userId="b9dd9925-3f63-4f58-a981-e486d2a99324" providerId="ADAL" clId="{0CF33716-72C5-406E-BBB2-9BA0B3E1DE39}" dt="2025-07-03T03:58:52.073" v="278" actId="12"/>
          <ac:spMkLst>
            <pc:docMk/>
            <pc:sldMk cId="1309763209" sldId="493"/>
            <ac:spMk id="10" creationId="{7AEFEAA9-F02C-8F10-C0A0-A8098580E3F5}"/>
          </ac:spMkLst>
        </pc:spChg>
        <pc:graphicFrameChg chg="add del mod modGraphic">
          <ac:chgData name="Hidayaturrahman" userId="b9dd9925-3f63-4f58-a981-e486d2a99324" providerId="ADAL" clId="{0CF33716-72C5-406E-BBB2-9BA0B3E1DE39}" dt="2025-07-03T03:58:40.752" v="267" actId="478"/>
          <ac:graphicFrameMkLst>
            <pc:docMk/>
            <pc:sldMk cId="1309763209" sldId="493"/>
            <ac:graphicFrameMk id="6" creationId="{54F0B770-A2DD-5D3E-A739-59E4E0D6622B}"/>
          </ac:graphicFrameMkLst>
        </pc:graphicFrame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4280107837" sldId="493"/>
        </pc:sldMkLst>
      </pc:sldChg>
      <pc:sldChg chg="modSp new mod">
        <pc:chgData name="Hidayaturrahman" userId="b9dd9925-3f63-4f58-a981-e486d2a99324" providerId="ADAL" clId="{0CF33716-72C5-406E-BBB2-9BA0B3E1DE39}" dt="2025-07-03T03:59:24.042" v="281" actId="20577"/>
        <pc:sldMkLst>
          <pc:docMk/>
          <pc:sldMk cId="799271287" sldId="494"/>
        </pc:sldMkLst>
        <pc:spChg chg="mod">
          <ac:chgData name="Hidayaturrahman" userId="b9dd9925-3f63-4f58-a981-e486d2a99324" providerId="ADAL" clId="{0CF33716-72C5-406E-BBB2-9BA0B3E1DE39}" dt="2025-07-03T03:59:24.042" v="281" actId="20577"/>
          <ac:spMkLst>
            <pc:docMk/>
            <pc:sldMk cId="799271287" sldId="494"/>
            <ac:spMk id="2" creationId="{C2D22800-4D71-007A-7CC6-05F4B16586C0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3779956525" sldId="494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703939968" sldId="495"/>
        </pc:sldMkLst>
      </pc:sldChg>
      <pc:sldChg chg="addSp delSp modSp new mod">
        <pc:chgData name="Hidayaturrahman" userId="b9dd9925-3f63-4f58-a981-e486d2a99324" providerId="ADAL" clId="{0CF33716-72C5-406E-BBB2-9BA0B3E1DE39}" dt="2025-07-03T03:59:57.808" v="304" actId="2710"/>
        <pc:sldMkLst>
          <pc:docMk/>
          <pc:sldMk cId="964078140" sldId="495"/>
        </pc:sldMkLst>
        <pc:spChg chg="mod">
          <ac:chgData name="Hidayaturrahman" userId="b9dd9925-3f63-4f58-a981-e486d2a99324" providerId="ADAL" clId="{0CF33716-72C5-406E-BBB2-9BA0B3E1DE39}" dt="2025-07-03T03:59:38.605" v="284" actId="27636"/>
          <ac:spMkLst>
            <pc:docMk/>
            <pc:sldMk cId="964078140" sldId="495"/>
            <ac:spMk id="2" creationId="{155F1AD2-1CE6-41FD-8AA8-6A4E824338A2}"/>
          </ac:spMkLst>
        </pc:spChg>
        <pc:spChg chg="del">
          <ac:chgData name="Hidayaturrahman" userId="b9dd9925-3f63-4f58-a981-e486d2a99324" providerId="ADAL" clId="{0CF33716-72C5-406E-BBB2-9BA0B3E1DE39}" dt="2025-07-03T03:59:43.668" v="285"/>
          <ac:spMkLst>
            <pc:docMk/>
            <pc:sldMk cId="964078140" sldId="495"/>
            <ac:spMk id="4" creationId="{0D17BA12-ABFB-7D24-7097-2F34D1CC8895}"/>
          </ac:spMkLst>
        </pc:spChg>
        <pc:spChg chg="add mod">
          <ac:chgData name="Hidayaturrahman" userId="b9dd9925-3f63-4f58-a981-e486d2a99324" providerId="ADAL" clId="{0CF33716-72C5-406E-BBB2-9BA0B3E1DE39}" dt="2025-07-03T03:59:57.808" v="304" actId="2710"/>
          <ac:spMkLst>
            <pc:docMk/>
            <pc:sldMk cId="964078140" sldId="495"/>
            <ac:spMk id="6" creationId="{13085B8C-6DC8-D16B-262F-0E9A8E88BB42}"/>
          </ac:spMkLst>
        </pc:spChg>
      </pc:sldChg>
      <pc:sldChg chg="addSp delSp modSp new mod">
        <pc:chgData name="Hidayaturrahman" userId="b9dd9925-3f63-4f58-a981-e486d2a99324" providerId="ADAL" clId="{0CF33716-72C5-406E-BBB2-9BA0B3E1DE39}" dt="2025-07-03T04:00:30.652" v="318" actId="2710"/>
        <pc:sldMkLst>
          <pc:docMk/>
          <pc:sldMk cId="275352942" sldId="496"/>
        </pc:sldMkLst>
        <pc:spChg chg="mod">
          <ac:chgData name="Hidayaturrahman" userId="b9dd9925-3f63-4f58-a981-e486d2a99324" providerId="ADAL" clId="{0CF33716-72C5-406E-BBB2-9BA0B3E1DE39}" dt="2025-07-03T04:00:15.116" v="307" actId="27636"/>
          <ac:spMkLst>
            <pc:docMk/>
            <pc:sldMk cId="275352942" sldId="496"/>
            <ac:spMk id="2" creationId="{C7E7F058-4912-4339-077C-8F8ACC512CAC}"/>
          </ac:spMkLst>
        </pc:spChg>
        <pc:spChg chg="del">
          <ac:chgData name="Hidayaturrahman" userId="b9dd9925-3f63-4f58-a981-e486d2a99324" providerId="ADAL" clId="{0CF33716-72C5-406E-BBB2-9BA0B3E1DE39}" dt="2025-07-03T04:00:23.200" v="308"/>
          <ac:spMkLst>
            <pc:docMk/>
            <pc:sldMk cId="275352942" sldId="496"/>
            <ac:spMk id="4" creationId="{5B16E8B4-BF05-C45F-DE24-8BED01D56037}"/>
          </ac:spMkLst>
        </pc:spChg>
        <pc:spChg chg="add mod">
          <ac:chgData name="Hidayaturrahman" userId="b9dd9925-3f63-4f58-a981-e486d2a99324" providerId="ADAL" clId="{0CF33716-72C5-406E-BBB2-9BA0B3E1DE39}" dt="2025-07-03T04:00:30.652" v="318" actId="2710"/>
          <ac:spMkLst>
            <pc:docMk/>
            <pc:sldMk cId="275352942" sldId="496"/>
            <ac:spMk id="6" creationId="{C5FD51FE-CFE6-BE33-4588-CCBEBC919873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4275456621" sldId="496"/>
        </pc:sldMkLst>
      </pc:sldChg>
      <pc:sldChg chg="addSp delSp modSp new mod">
        <pc:chgData name="Hidayaturrahman" userId="b9dd9925-3f63-4f58-a981-e486d2a99324" providerId="ADAL" clId="{0CF33716-72C5-406E-BBB2-9BA0B3E1DE39}" dt="2025-07-03T04:01:19.070" v="334" actId="2711"/>
        <pc:sldMkLst>
          <pc:docMk/>
          <pc:sldMk cId="1291150694" sldId="497"/>
        </pc:sldMkLst>
        <pc:spChg chg="mod">
          <ac:chgData name="Hidayaturrahman" userId="b9dd9925-3f63-4f58-a981-e486d2a99324" providerId="ADAL" clId="{0CF33716-72C5-406E-BBB2-9BA0B3E1DE39}" dt="2025-07-03T04:00:45.634" v="321" actId="27636"/>
          <ac:spMkLst>
            <pc:docMk/>
            <pc:sldMk cId="1291150694" sldId="497"/>
            <ac:spMk id="2" creationId="{A5B94F5E-A416-DDA4-44A3-B233A5472BCB}"/>
          </ac:spMkLst>
        </pc:spChg>
        <pc:spChg chg="del">
          <ac:chgData name="Hidayaturrahman" userId="b9dd9925-3f63-4f58-a981-e486d2a99324" providerId="ADAL" clId="{0CF33716-72C5-406E-BBB2-9BA0B3E1DE39}" dt="2025-07-03T04:00:51.982" v="322"/>
          <ac:spMkLst>
            <pc:docMk/>
            <pc:sldMk cId="1291150694" sldId="497"/>
            <ac:spMk id="4" creationId="{E434AB86-B771-573B-73EB-D16A036AB72C}"/>
          </ac:spMkLst>
        </pc:spChg>
        <pc:spChg chg="add mod">
          <ac:chgData name="Hidayaturrahman" userId="b9dd9925-3f63-4f58-a981-e486d2a99324" providerId="ADAL" clId="{0CF33716-72C5-406E-BBB2-9BA0B3E1DE39}" dt="2025-07-03T04:01:19.070" v="334" actId="2711"/>
          <ac:spMkLst>
            <pc:docMk/>
            <pc:sldMk cId="1291150694" sldId="497"/>
            <ac:spMk id="6" creationId="{15883AE9-B8F5-B2E7-00AC-CD91E3F5C514}"/>
          </ac:spMkLst>
        </pc:spChg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857949581" sldId="497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439002142" sldId="498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2845703197" sldId="499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1721538029" sldId="500"/>
        </pc:sldMkLst>
      </pc:sldChg>
      <pc:sldChg chg="del">
        <pc:chgData name="Hidayaturrahman" userId="b9dd9925-3f63-4f58-a981-e486d2a99324" providerId="ADAL" clId="{0CF33716-72C5-406E-BBB2-9BA0B3E1DE39}" dt="2025-07-03T03:25:18.273" v="16" actId="47"/>
        <pc:sldMkLst>
          <pc:docMk/>
          <pc:sldMk cId="3989108113" sldId="5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9C4D141A-ECFC-3614-DF4E-335C43F97A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6938" y="4187825"/>
            <a:ext cx="10025062" cy="7656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FDD1F53-773A-855A-4B42-9CE715946E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12700" y="4187825"/>
            <a:ext cx="9504363" cy="76565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986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89" r:id="rId12"/>
    <p:sldLayoutId id="2147483667" r:id="rId13"/>
    <p:sldLayoutId id="2147483668" r:id="rId14"/>
    <p:sldLayoutId id="2147483685" r:id="rId15"/>
    <p:sldLayoutId id="2147483669" r:id="rId16"/>
    <p:sldLayoutId id="2147483683" r:id="rId17"/>
    <p:sldLayoutId id="2147483688" r:id="rId18"/>
    <p:sldLayoutId id="2147483670" r:id="rId19"/>
    <p:sldLayoutId id="2147483687" r:id="rId20"/>
    <p:sldLayoutId id="2147483671" r:id="rId21"/>
    <p:sldLayoutId id="2147483686" r:id="rId22"/>
    <p:sldLayoutId id="2147483680" r:id="rId23"/>
    <p:sldLayoutId id="2147483681" r:id="rId24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05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CNNs and Transfer Learning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868E6-8C50-A6AC-CC7A-106E689439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98192" y="11538583"/>
            <a:ext cx="5043949" cy="745888"/>
          </a:xfrm>
        </p:spPr>
        <p:txBody>
          <a:bodyPr/>
          <a:lstStyle/>
          <a:p>
            <a:r>
              <a:rPr lang="en-US" dirty="0"/>
              <a:t>Dr. 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3826341"/>
            <a:ext cx="23380929" cy="8444317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LO1: </a:t>
            </a:r>
            <a:r>
              <a:rPr lang="en-US" sz="5400" dirty="0">
                <a:latin typeface="+mj-lt"/>
              </a:rPr>
              <a:t>Execute structured deep learning experimentation workflows, including data preparation, model training, and evaluation.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LO2: </a:t>
            </a:r>
            <a:r>
              <a:rPr lang="en-US" sz="5400" dirty="0">
                <a:latin typeface="+mj-lt"/>
              </a:rPr>
              <a:t>Construct deep learning models using modern programming tools and frameworks.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LO3: </a:t>
            </a:r>
            <a:r>
              <a:rPr lang="en-US" sz="5400" dirty="0">
                <a:latin typeface="+mj-lt"/>
              </a:rPr>
              <a:t>Analyze the behavior and performance of theoretical and practical deep learning models under various training scenarios.</a:t>
            </a:r>
          </a:p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LO4: </a:t>
            </a:r>
            <a:r>
              <a:rPr lang="en-US" sz="5400" dirty="0">
                <a:latin typeface="+mj-lt"/>
              </a:rPr>
              <a:t>Evaluate the suitability and limitations of different deep learning approaches for solving real-world problems across domains.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1535" y="3632322"/>
            <a:ext cx="23380929" cy="9329220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BatchNorm and Residual Connections</a:t>
            </a:r>
          </a:p>
          <a:p>
            <a:pPr marL="1773238" indent="-914400" algn="just"/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Transfer Learning &amp; Fine-tuning</a:t>
            </a:r>
          </a:p>
          <a:p>
            <a:pPr marL="1773238" indent="-914400" algn="just"/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Data Augmentation Techniques</a:t>
            </a:r>
          </a:p>
          <a:p>
            <a:pPr marL="1773238" indent="-914400" algn="just"/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Pretrained Models (</a:t>
            </a:r>
            <a:r>
              <a:rPr lang="en-US" sz="60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ResNet</a:t>
            </a:r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, </a:t>
            </a:r>
            <a:r>
              <a:rPr lang="en-US" sz="60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EfficientNet</a:t>
            </a:r>
            <a:r>
              <a:rPr lang="en-US" sz="6000" dirty="0">
                <a:solidFill>
                  <a:srgbClr val="000000"/>
                </a:solidFill>
                <a:latin typeface="Aptos Narrow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1C96-9F55-7D7A-B786-7A0FF29C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A44D70B7-48E4-9102-1DC6-891CFF96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the session!</a:t>
            </a:r>
          </a:p>
        </p:txBody>
      </p:sp>
    </p:spTree>
    <p:extLst>
      <p:ext uri="{BB962C8B-B14F-4D97-AF65-F5344CB8AC3E}">
        <p14:creationId xmlns:p14="http://schemas.microsoft.com/office/powerpoint/2010/main" val="5071656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DF31-619B-B1D4-D309-562C4115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5275075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D62A-FEA5-03EB-BC59-7F72ACE6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DD226C64-94F4-E110-4BB5-E0B7EF91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What is Batch Normalization?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940C0C-8879-646B-699E-02FBA3AA6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92C542-9636-8039-C7D2-A5A305CE0CF4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123258"/>
            <a:ext cx="91008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Normalizes activations across mini-batch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internal covariate shift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Speeds up training and allows higher learning rates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regularizer</a:t>
            </a:r>
          </a:p>
        </p:txBody>
      </p:sp>
      <p:pic>
        <p:nvPicPr>
          <p:cNvPr id="1028" name="Picture 4" descr="Batch normalization">
            <a:extLst>
              <a:ext uri="{FF2B5EF4-FFF2-40B4-BE49-F238E27FC236}">
                <a16:creationId xmlns:a16="http://schemas.microsoft.com/office/drawing/2014/main" id="{A8796B52-EBDC-33DF-3D89-F20E5C1FD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768" y="498594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5378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650B-7195-885F-CBC1-D85BBB79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BatchNorm Equation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06259-2BA5-06F5-6113-696DA94AF4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837038-D6FB-7613-33E1-DCD14B005E7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6937" y="4187825"/>
                <a:ext cx="20486585" cy="76565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input </a:t>
                </a:r>
                <a:r>
                  <a:rPr lang="en-US" i="1" dirty="0"/>
                  <a:t>x</a:t>
                </a:r>
                <a:r>
                  <a:rPr lang="en-US" dirty="0"/>
                  <a:t> in a mini-batch: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 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γ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837038-D6FB-7613-33E1-DCD14B005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6937" y="4187825"/>
                <a:ext cx="20486585" cy="7656513"/>
              </a:xfrm>
              <a:blipFill>
                <a:blip r:embed="rId2"/>
                <a:stretch>
                  <a:fillRect l="-1547" t="-2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82520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8D3F-661C-1F3F-1D2F-9A9BF1D3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 of BatchNorm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E43C8-7904-379B-A341-165D0F8D3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93CCD-5F20-7901-1493-270648D6D61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Reduces dependence on initialization</a:t>
            </a:r>
          </a:p>
          <a:p>
            <a:r>
              <a:rPr lang="en-US" dirty="0"/>
              <a:t>Enables deeper networks</a:t>
            </a:r>
          </a:p>
          <a:p>
            <a:r>
              <a:rPr lang="en-US" dirty="0"/>
              <a:t>Acts like mild regularization</a:t>
            </a:r>
          </a:p>
          <a:p>
            <a:r>
              <a:rPr lang="en-US" dirty="0"/>
              <a:t>Often eliminates the need for Dropout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7FED775-1E22-580B-3BF8-163C52E40A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4300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369F-A4C6-C573-649A-8F0420F7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CONNECTIONS</a:t>
            </a:r>
          </a:p>
        </p:txBody>
      </p:sp>
    </p:spTree>
    <p:extLst>
      <p:ext uri="{BB962C8B-B14F-4D97-AF65-F5344CB8AC3E}">
        <p14:creationId xmlns:p14="http://schemas.microsoft.com/office/powerpoint/2010/main" val="193668931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4997-F977-D1A6-AFB8-4F869D14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Network Degradation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086B3-9106-FF0E-5436-3472305B9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65B9CF-D164-07E3-3972-340D27EB5B1D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218763"/>
            <a:ext cx="15147668" cy="359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Deeper networks sometimes perform worse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vanishing or explosion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loss across layers</a:t>
            </a:r>
          </a:p>
        </p:txBody>
      </p:sp>
      <p:sp>
        <p:nvSpPr>
          <p:cNvPr id="7" name="AutoShape 3" descr="What is the vanishing and exploding gradient problem, and how are they  typically addressed? - AIML.com">
            <a:extLst>
              <a:ext uri="{FF2B5EF4-FFF2-40B4-BE49-F238E27FC236}">
                <a16:creationId xmlns:a16="http://schemas.microsoft.com/office/drawing/2014/main" id="{F33A7F9F-9ED9-9C22-1180-A8709B4EF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3796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30F2-E69F-E267-43D3-322AC162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Residual Block?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1B0D4-A4D9-815C-F291-40403FE4E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307A00F-E4E6-7F6B-7CA0-27F3BC2CEF9C}"/>
                  </a:ext>
                </a:extLst>
              </p:cNvPr>
              <p:cNvSpPr>
                <a:spLocks noGrp="1" noChangeArrowheads="1"/>
              </p:cNvSpPr>
              <p:nvPr>
                <p:ph sz="quarter" idx="11"/>
              </p:nvPr>
            </p:nvSpPr>
            <p:spPr bwMode="auto">
              <a:xfrm>
                <a:off x="2166938" y="4769042"/>
                <a:ext cx="9504363" cy="64940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defTabSz="91440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</a:pPr>
                <a:r>
                  <a:rPr kumimoji="0" lang="en-US" altLang="en-US" sz="40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</a:rPr>
                  <a:t>Skip connection: adds input to output of a layer</a:t>
                </a:r>
              </a:p>
              <a:p>
                <a:pPr defTabSz="91440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</a:pPr>
                <a:r>
                  <a:rPr kumimoji="0" lang="en-US" altLang="en-US" sz="40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</a:rPr>
                  <a:t>Helps gradients flow through network</a:t>
                </a:r>
              </a:p>
              <a:p>
                <a:pPr defTabSz="91440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</a:pPr>
                <a:r>
                  <a:rPr kumimoji="0" lang="en-US" altLang="en-US" sz="40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</a:rPr>
                  <a:t>Equation:</a:t>
                </a:r>
              </a:p>
              <a:p>
                <a:pPr marL="0" indent="0" defTabSz="91440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307A00F-E4E6-7F6B-7CA0-27F3BC2CE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 bwMode="auto">
              <a:xfrm>
                <a:off x="2166938" y="4769042"/>
                <a:ext cx="9504363" cy="6494085"/>
              </a:xfrm>
              <a:prstGeom prst="rect">
                <a:avLst/>
              </a:prstGeom>
              <a:blipFill>
                <a:blip r:embed="rId2"/>
                <a:stretch>
                  <a:fillRect l="-20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 descr="Residual neural network - Wikipedia">
            <a:extLst>
              <a:ext uri="{FF2B5EF4-FFF2-40B4-BE49-F238E27FC236}">
                <a16:creationId xmlns:a16="http://schemas.microsoft.com/office/drawing/2014/main" id="{5AE376DA-8FCB-B185-F8B5-D5DF7E3E3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6252" y="4322814"/>
            <a:ext cx="11430000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2828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69C8-AD0C-05F2-A609-C6849516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ResNet</a:t>
            </a:r>
            <a:r>
              <a:rPr lang="en-US" dirty="0"/>
              <a:t>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65445-0308-0708-37C9-97BCDE66E6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BC66F2-C49E-9C95-E63B-271C6DCE16A5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3864125"/>
            <a:ext cx="8273419" cy="367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CNN with residual blocks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Variants: ResNet-18, 34, 50, 101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State-of-the-art performance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stable for transfer learning</a:t>
            </a:r>
          </a:p>
        </p:txBody>
      </p:sp>
      <p:pic>
        <p:nvPicPr>
          <p:cNvPr id="4099" name="Picture 3" descr="The architecture of our deep residual network (ResNet) in the precise... |  Download Scientific Diagram">
            <a:extLst>
              <a:ext uri="{FF2B5EF4-FFF2-40B4-BE49-F238E27FC236}">
                <a16:creationId xmlns:a16="http://schemas.microsoft.com/office/drawing/2014/main" id="{F82AA09C-1202-DEC2-D18A-7DF2FD0CF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178" y="8016083"/>
            <a:ext cx="15535205" cy="436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3534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C82E3-E1D7-E65E-C467-E83B3D94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28715547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8DD0-58D5-E8AD-2233-8AA87598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Transfer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716B-AA71-E5C0-68EC-3724C5194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E8F4FF-7AF1-AF42-8626-44E4B310ACC5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431033"/>
            <a:ext cx="950436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model pretrained on a large dataset (e.g., ImageNet)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learned features to new, smaller dataset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 or freeze some layers</a:t>
            </a:r>
          </a:p>
        </p:txBody>
      </p:sp>
      <p:pic>
        <p:nvPicPr>
          <p:cNvPr id="5123" name="Picture 3" descr="A review of recent advances and strategies in transfer learning |  International Journal of System Assurance Engineering and Management">
            <a:extLst>
              <a:ext uri="{FF2B5EF4-FFF2-40B4-BE49-F238E27FC236}">
                <a16:creationId xmlns:a16="http://schemas.microsoft.com/office/drawing/2014/main" id="{8C564DC7-746E-68FB-3156-3B72EBD62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3968820"/>
            <a:ext cx="10638503" cy="802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6543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3FF8-2D73-9FCC-A233-7E9708BC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 Transfer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DEE08-46B2-1DBF-8CDC-B92E90447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09B747-B3B6-25E6-1E4A-58102D51A4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B08D24-F055-77D6-7578-5A7FF44F56E0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641956"/>
            <a:ext cx="14026791" cy="2748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have limited data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problem is similar to ImageNet (images)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training a large model from scratch is too expensive</a:t>
            </a:r>
          </a:p>
        </p:txBody>
      </p:sp>
    </p:spTree>
    <p:extLst>
      <p:ext uri="{BB962C8B-B14F-4D97-AF65-F5344CB8AC3E}">
        <p14:creationId xmlns:p14="http://schemas.microsoft.com/office/powerpoint/2010/main" val="23075604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EB37-B443-DBBE-F3BE-18DFCEA2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43BED-B179-CEB3-83D2-024A3A426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9116D-2831-5C27-3982-849B044234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Feature Extraction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Freeze all pretrained layers</a:t>
            </a:r>
          </a:p>
          <a:p>
            <a:pPr lvl="1"/>
            <a:r>
              <a:rPr lang="en-US" dirty="0"/>
              <a:t>Replace classifier head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5F9BB4-8992-F0C3-BA77-CFF8BF010A84}"/>
              </a:ext>
            </a:extLst>
          </p:cNvPr>
          <p:cNvSpPr txBox="1">
            <a:spLocks/>
          </p:cNvSpPr>
          <p:nvPr/>
        </p:nvSpPr>
        <p:spPr>
          <a:xfrm>
            <a:off x="11936252" y="4187825"/>
            <a:ext cx="10025062" cy="765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b="1" dirty="0"/>
              <a:t>Fine-Tuning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Start from pretrained weights</a:t>
            </a:r>
          </a:p>
          <a:p>
            <a:pPr lvl="1"/>
            <a:r>
              <a:rPr lang="en-US" dirty="0"/>
              <a:t>Unfreeze deeper layers gradually</a:t>
            </a:r>
          </a:p>
          <a:p>
            <a:pPr lvl="1"/>
            <a:r>
              <a:rPr lang="en-US" dirty="0"/>
              <a:t>Lower learning rate</a:t>
            </a:r>
          </a:p>
        </p:txBody>
      </p:sp>
      <p:pic>
        <p:nvPicPr>
          <p:cNvPr id="7170" name="Picture 2" descr="Freezing Layers of a Deep Learning Model — the proper way | by Alexey  Kravets | Towards AI">
            <a:extLst>
              <a:ext uri="{FF2B5EF4-FFF2-40B4-BE49-F238E27FC236}">
                <a16:creationId xmlns:a16="http://schemas.microsoft.com/office/drawing/2014/main" id="{ED1FE367-5919-75AC-6C5D-7EE00767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028" y="7757652"/>
            <a:ext cx="10843332" cy="569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08033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6E51-76B6-1662-A22F-B83D8581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Transfer Learning in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2C337-FECB-A146-2C55-DC96779C3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D02B-9CD5-1E6A-A95D-63C5E58B93F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EB0F2E-F314-8362-F7E5-5762B78606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9E093-9F42-A1C5-C9D3-8C4E7B43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36" y="3923071"/>
            <a:ext cx="17350128" cy="58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1937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F8B7-E842-38CF-B152-5E915BB9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Code: Fine-Tuning Last 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6E871-2828-9129-E2CD-5B8297BF34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E0F46-0590-2407-EDAD-37D83732DAC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E1FE66-2F43-520C-474A-198DE89385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3D5F7-6233-57AF-BB3D-10EEFE3F9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312" y="5840361"/>
            <a:ext cx="11759376" cy="203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9266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628-977A-3B9E-4364-86A0F92E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401717913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426E-75B8-B6EA-5973-6B4D7F91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Data Augmentation?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008B9-1FED-8E4F-6515-64A009E26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132429-A5D5-DBF8-FA80-00D3792DBA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E12E8B7-9071-D4D5-006E-5B1134FB033F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641956"/>
            <a:ext cx="13263567" cy="2748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transformations to training images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Simulates additional training data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generalization, especially with small datasets</a:t>
            </a:r>
          </a:p>
        </p:txBody>
      </p:sp>
    </p:spTree>
    <p:extLst>
      <p:ext uri="{BB962C8B-B14F-4D97-AF65-F5344CB8AC3E}">
        <p14:creationId xmlns:p14="http://schemas.microsoft.com/office/powerpoint/2010/main" val="286080814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09EB-BC42-8449-8E8E-492CBE0F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Augmentation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7F623-D78E-44C9-B3A1-6B0C029A01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C44B56-86D8-2CAE-A359-633FBEEC431B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5718627"/>
            <a:ext cx="8359981" cy="459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Flip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(horizontal, vertical)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Rotation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(±10–30°)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&amp; Zoom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 jitter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(brightness, contrast)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CutMix, MixUp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(advanced)</a:t>
            </a:r>
          </a:p>
        </p:txBody>
      </p:sp>
      <p:pic>
        <p:nvPicPr>
          <p:cNvPr id="9219" name="Picture 3" descr="How to Augment Images for Image Classification">
            <a:extLst>
              <a:ext uri="{FF2B5EF4-FFF2-40B4-BE49-F238E27FC236}">
                <a16:creationId xmlns:a16="http://schemas.microsoft.com/office/drawing/2014/main" id="{98BC9461-4013-9CBB-27B8-7D17FE16B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0707" y="2382339"/>
            <a:ext cx="9677400" cy="1036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76253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5135-4014-F129-8358-FBF6C424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Code: Augmentation in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D6B08-ADC7-8FD0-C960-640307FE52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95ED1-1982-5316-36C8-31D14AD7D2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D2AC68-1DCE-0FA3-D80D-9133333427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FEFD3-1838-8019-8EF8-6C55AC84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29" y="3858894"/>
            <a:ext cx="12113342" cy="743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150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565D-E3F7-A2B4-EC1A-996FE25B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22182807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315F-EEB3-647D-8BD1-8E3D3F4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EfficientNet</a:t>
            </a:r>
            <a:r>
              <a:rPr lang="en-US" dirty="0"/>
              <a:t>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E5B4C-4AD4-E4AB-E5AF-7FD5580A0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D11C6C-936E-6E17-FB76-E2C728A6DAC2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7377" y="4344500"/>
            <a:ext cx="12010019" cy="367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compound scaling (depth, width, resolution)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and powerful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Variants: B0 (small) → B7 (large)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default for real-world applications</a:t>
            </a:r>
          </a:p>
        </p:txBody>
      </p:sp>
      <p:pic>
        <p:nvPicPr>
          <p:cNvPr id="10243" name="Picture 3" descr="Scaling of EfficientNet architecture. | Download Scientific Diagram">
            <a:extLst>
              <a:ext uri="{FF2B5EF4-FFF2-40B4-BE49-F238E27FC236}">
                <a16:creationId xmlns:a16="http://schemas.microsoft.com/office/drawing/2014/main" id="{2B2E9769-ACF0-6BC6-1C3B-CCA62413B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6252" y="7062366"/>
            <a:ext cx="12309987" cy="61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66094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4FC7-7814-CBAB-21DB-7D45DA9A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Pretrained Model Sources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231CA8-36FF-7903-D1EB-D9C47440B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D66B80-44D6-8116-E0C1-1A1EFA862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AEFEAA9-F02C-8F10-C0A0-A8098580E3F5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180292"/>
            <a:ext cx="13059985" cy="367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torchvision.models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(ResNet, VGG, MobileNet)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timm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(many state-of-the-art models)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 Transformers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vision transformers)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 Spaces for visual demos</a:t>
            </a:r>
          </a:p>
        </p:txBody>
      </p:sp>
    </p:spTree>
    <p:extLst>
      <p:ext uri="{BB962C8B-B14F-4D97-AF65-F5344CB8AC3E}">
        <p14:creationId xmlns:p14="http://schemas.microsoft.com/office/powerpoint/2010/main" val="130976320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2800-4D71-007A-7CC6-05F4B165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CONSIDERATIONS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7128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1AD2-1CE6-41FD-8AA8-6A4E8243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Transfer Learning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2881-8223-A30D-0864-9368D3A17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47F85D-1E33-0725-8B8B-04BB684437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085B8C-6DC8-D16B-262F-0E9A8E88BB42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4985671"/>
            <a:ext cx="9063700" cy="6060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pretrained model</a:t>
            </a:r>
          </a:p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 layers to freeze/unfreeze</a:t>
            </a:r>
          </a:p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 classifier</a:t>
            </a:r>
          </a:p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augmentation</a:t>
            </a:r>
          </a:p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evaluate</a:t>
            </a:r>
          </a:p>
          <a:p>
            <a:pPr marL="74295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96407814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F058-4912-4339-077C-8F8ACC51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C6E9C-0C09-D10B-990D-34AC4640D1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45408D-37C9-3F8C-78AF-4C15D79BFB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FD51FE-CFE6-BE33-4588-CCBEBC919873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6509163"/>
            <a:ext cx="11599650" cy="301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Mismatched input sizes → need resizing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 if pretrained model is too big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Catastrophic forgetting if fine-tuned too fast</a:t>
            </a:r>
          </a:p>
        </p:txBody>
      </p:sp>
    </p:spTree>
    <p:extLst>
      <p:ext uri="{BB962C8B-B14F-4D97-AF65-F5344CB8AC3E}">
        <p14:creationId xmlns:p14="http://schemas.microsoft.com/office/powerpoint/2010/main" val="27535294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4F5E-A416-DDA4-44A3-B233A547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1E82-513B-D6AD-43B3-AEB973DD5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2E9D86E-DBA8-452C-D3A2-4702325040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883AE9-B8F5-B2E7-00AC-CD91E3F5C514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166938" y="5366549"/>
            <a:ext cx="11933075" cy="5299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start with 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lr_scheduler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fine-tuning phases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EarlyStopping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validation checkpoints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feature maps before/after fine-tuning</a:t>
            </a:r>
          </a:p>
        </p:txBody>
      </p:sp>
    </p:spTree>
    <p:extLst>
      <p:ext uri="{BB962C8B-B14F-4D97-AF65-F5344CB8AC3E}">
        <p14:creationId xmlns:p14="http://schemas.microsoft.com/office/powerpoint/2010/main" val="129115069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BF9C-3EA7-37EC-216F-4A3BF43A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C96DF-452D-2AC0-3A00-C1258D349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2563AC-1234-2E12-38E6-11B67C3993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66937" y="4210049"/>
            <a:ext cx="19601681" cy="8031112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BatchNorm and Residual Connections enable deep training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Transfer learning accelerates training with limited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Pretrained models save time and boost accuracy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Augmentation is essential for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93054339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46787" y="3746091"/>
            <a:ext cx="20470761" cy="8052620"/>
          </a:xfrm>
        </p:spPr>
        <p:txBody>
          <a:bodyPr>
            <a:normAutofit/>
          </a:bodyPr>
          <a:lstStyle/>
          <a:p>
            <a:pPr lvl="0"/>
            <a:r>
              <a:rPr lang="en-US" sz="4800" dirty="0"/>
              <a:t>Amita Kapoor; Antonio Gulli; Sujit Pal; François Chollet, Deep Learning with TensorFlow and </a:t>
            </a:r>
            <a:r>
              <a:rPr lang="en-US" sz="4800" dirty="0" err="1"/>
              <a:t>Keras</a:t>
            </a:r>
            <a:r>
              <a:rPr lang="en-US" sz="4800" dirty="0"/>
              <a:t>: Build and deploy supervised, unsupervised, deep, and reinforcement learning models , </a:t>
            </a:r>
            <a:r>
              <a:rPr lang="en-US" sz="4800" dirty="0" err="1"/>
              <a:t>Packt</a:t>
            </a:r>
            <a:r>
              <a:rPr lang="en-US" sz="4800" dirty="0"/>
              <a:t> Publishing, 2022.</a:t>
            </a:r>
          </a:p>
          <a:p>
            <a:pPr lvl="0"/>
            <a:r>
              <a:rPr lang="en-US" sz="4800" dirty="0"/>
              <a:t>Géron, Hands-On ML, Ch. 14: CNNs</a:t>
            </a:r>
          </a:p>
          <a:p>
            <a:pPr lvl="0"/>
            <a:r>
              <a:rPr lang="en-US" sz="4800" dirty="0"/>
              <a:t>Stanford CS231n: CNNs Visual Intuition</a:t>
            </a:r>
          </a:p>
          <a:p>
            <a:pPr lvl="0"/>
            <a:r>
              <a:rPr lang="en-US" sz="4800" dirty="0"/>
              <a:t>Goodfellow et al., Deep Learning, Ch. 9</a:t>
            </a:r>
          </a:p>
          <a:p>
            <a:pPr marL="858838" indent="0" algn="just">
              <a:buNone/>
            </a:pPr>
            <a:endParaRPr 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6135</TotalTime>
  <Words>643</Words>
  <Application>Microsoft Office PowerPoint</Application>
  <PresentationFormat>Custom</PresentationFormat>
  <Paragraphs>116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Open Sans Semibold</vt:lpstr>
      <vt:lpstr>Arial</vt:lpstr>
      <vt:lpstr>Open Sans ExtraBold</vt:lpstr>
      <vt:lpstr>Consolas</vt:lpstr>
      <vt:lpstr>Open Sans Light</vt:lpstr>
      <vt:lpstr>Aptos Narrow</vt:lpstr>
      <vt:lpstr>OCRB</vt:lpstr>
      <vt:lpstr>Cambria Math</vt:lpstr>
      <vt:lpstr>21_BasicWhite</vt:lpstr>
      <vt:lpstr>Advanced CNNs and Transfer Learning</vt:lpstr>
      <vt:lpstr>Learning Outcome</vt:lpstr>
      <vt:lpstr>Outline</vt:lpstr>
      <vt:lpstr>Let’s start the session!</vt:lpstr>
      <vt:lpstr>BATCH NORMALIZATION</vt:lpstr>
      <vt:lpstr>What is Batch Normalization?</vt:lpstr>
      <vt:lpstr>BatchNorm Equation</vt:lpstr>
      <vt:lpstr>Benefits of BatchNorm</vt:lpstr>
      <vt:lpstr>RESIDUAL CONNECTIONS</vt:lpstr>
      <vt:lpstr>Deep Network Degradation</vt:lpstr>
      <vt:lpstr>What is a Residual Block?</vt:lpstr>
      <vt:lpstr>ResNet Architecture</vt:lpstr>
      <vt:lpstr>TRANSFER LEARNING</vt:lpstr>
      <vt:lpstr>What is Transfer Learning?</vt:lpstr>
      <vt:lpstr>When to Use Transfer Learning?</vt:lpstr>
      <vt:lpstr>Two Approaches</vt:lpstr>
      <vt:lpstr>Example: Transfer Learning in PyTorch</vt:lpstr>
      <vt:lpstr>Code: Fine-Tuning Last Layers</vt:lpstr>
      <vt:lpstr>DATA AUGMENTATION</vt:lpstr>
      <vt:lpstr>What is Data Augmentation?</vt:lpstr>
      <vt:lpstr>Common Augmentation Techniques</vt:lpstr>
      <vt:lpstr>Code: Augmentation in PyTorch</vt:lpstr>
      <vt:lpstr>MODERN ARCHITECTURES</vt:lpstr>
      <vt:lpstr>EfficientNet Overview</vt:lpstr>
      <vt:lpstr>Pretrained Model Sources</vt:lpstr>
      <vt:lpstr>PRACTICAL CONSIDERATIONS</vt:lpstr>
      <vt:lpstr>Transfer Learning Workflow</vt:lpstr>
      <vt:lpstr>Challenges</vt:lpstr>
      <vt:lpstr>Best Practices</vt:lpstr>
      <vt:lpstr>Summary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2025-07-04T07:22:58Z</dcterms:modified>
</cp:coreProperties>
</file>